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75" r:id="rId4"/>
    <p:sldId id="261" r:id="rId5"/>
    <p:sldId id="276" r:id="rId6"/>
    <p:sldId id="277" r:id="rId7"/>
  </p:sldIdLst>
  <p:sldSz cx="7556500" cy="10693400"/>
  <p:notesSz cx="6858000" cy="9144000"/>
  <p:embeddedFontLst>
    <p:embeddedFont>
      <p:font typeface="Buffalo" panose="020B0604020202020204" charset="0"/>
      <p:regular r:id="rId8"/>
    </p:embeddedFont>
    <p:embeddedFont>
      <p:font typeface="Cocomat Pro" panose="020B0604020202020204" charset="0"/>
      <p:regular r:id="rId9"/>
    </p:embeddedFont>
    <p:embeddedFont>
      <p:font typeface="Garet Light" panose="020B0604020202020204" charset="0"/>
      <p:regular r:id="rId10"/>
    </p:embeddedFont>
    <p:embeddedFont>
      <p:font typeface="Nefelibata Script" panose="020B0604020202020204" charset="0"/>
      <p:regular r:id="rId11"/>
    </p:embeddedFont>
    <p:embeddedFont>
      <p:font typeface="White Star" panose="020B0604020202020204" charset="0"/>
      <p:regular r:id="rId1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33EF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845AE8C-6B19-47EA-B172-97A373AF6645}" v="44" dt="2025-02-24T18:00:20.377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0A15C55-8517-42AA-B614-E9B94910E393}" styleName="Medium Style 2 –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64" d="100"/>
          <a:sy n="64" d="100"/>
        </p:scale>
        <p:origin x="2592" y="-99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font" Target="fonts/font1.fntdata"/><Relationship Id="rId13" Type="http://schemas.openxmlformats.org/officeDocument/2006/relationships/presProps" Target="presProps.xml"/><Relationship Id="rId18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font" Target="fonts/font5.fntdata"/><Relationship Id="rId17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font" Target="fonts/font4.fntdata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font" Target="fonts/font3.fntdata"/><Relationship Id="rId4" Type="http://schemas.openxmlformats.org/officeDocument/2006/relationships/slide" Target="slides/slide3.xml"/><Relationship Id="rId9" Type="http://schemas.openxmlformats.org/officeDocument/2006/relationships/font" Target="fonts/font2.fntdata"/><Relationship Id="rId1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usana Vásquez" userId="dffc548e-2323-4ffc-a8aa-757e426c1faa" providerId="ADAL" clId="{5845AE8C-6B19-47EA-B172-97A373AF6645}"/>
    <pc:docChg chg="undo custSel addSld delSld modSld">
      <pc:chgData name="Susana Vásquez" userId="dffc548e-2323-4ffc-a8aa-757e426c1faa" providerId="ADAL" clId="{5845AE8C-6B19-47EA-B172-97A373AF6645}" dt="2025-02-24T18:00:20.377" v="748" actId="572"/>
      <pc:docMkLst>
        <pc:docMk/>
      </pc:docMkLst>
      <pc:sldChg chg="addSp modSp mod">
        <pc:chgData name="Susana Vásquez" userId="dffc548e-2323-4ffc-a8aa-757e426c1faa" providerId="ADAL" clId="{5845AE8C-6B19-47EA-B172-97A373AF6645}" dt="2025-02-24T17:56:09.315" v="741" actId="790"/>
        <pc:sldMkLst>
          <pc:docMk/>
          <pc:sldMk cId="0" sldId="256"/>
        </pc:sldMkLst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9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6"/>
            <ac:spMk id="11" creationId="{00000000-0000-0000-0000-000000000000}"/>
          </ac:spMkLst>
        </pc:spChg>
        <pc:picChg chg="add mod">
          <ac:chgData name="Susana Vásquez" userId="dffc548e-2323-4ffc-a8aa-757e426c1faa" providerId="ADAL" clId="{5845AE8C-6B19-47EA-B172-97A373AF6645}" dt="2025-02-24T17:29:24.929" v="219" actId="1076"/>
          <ac:picMkLst>
            <pc:docMk/>
            <pc:sldMk cId="0" sldId="256"/>
            <ac:picMk id="1026" creationId="{908B8665-5707-FE55-6AD8-1CEE3E69CCE2}"/>
          </ac:picMkLst>
        </pc:picChg>
      </pc:sldChg>
      <pc:sldChg chg="addSp delSp modSp mod">
        <pc:chgData name="Susana Vásquez" userId="dffc548e-2323-4ffc-a8aa-757e426c1faa" providerId="ADAL" clId="{5845AE8C-6B19-47EA-B172-97A373AF6645}" dt="2025-02-24T17:56:09.315" v="741" actId="790"/>
        <pc:sldMkLst>
          <pc:docMk/>
          <pc:sldMk cId="0" sldId="257"/>
        </pc:sldMkLst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11" creationId="{00000000-0000-0000-0000-000000000000}"/>
          </ac:spMkLst>
        </pc:spChg>
        <pc:spChg chg="del">
          <ac:chgData name="Susana Vásquez" userId="dffc548e-2323-4ffc-a8aa-757e426c1faa" providerId="ADAL" clId="{5845AE8C-6B19-47EA-B172-97A373AF6645}" dt="2025-02-24T17:22:42.524" v="92" actId="478"/>
          <ac:spMkLst>
            <pc:docMk/>
            <pc:sldMk cId="0" sldId="257"/>
            <ac:spMk id="1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5:44.580" v="202" actId="20577"/>
          <ac:spMkLst>
            <pc:docMk/>
            <pc:sldMk cId="0" sldId="257"/>
            <ac:spMk id="1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1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2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37:24.466" v="637" actId="403"/>
          <ac:spMkLst>
            <pc:docMk/>
            <pc:sldMk cId="0" sldId="257"/>
            <ac:spMk id="22" creationId="{00000000-0000-0000-0000-000000000000}"/>
          </ac:spMkLst>
        </pc:spChg>
        <pc:spChg chg="add 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23" creationId="{AAB3E5E1-62BA-DA63-3BDB-0ACFFFFD7FA6}"/>
          </ac:spMkLst>
        </pc:spChg>
        <pc:spChg chg="add mod">
          <ac:chgData name="Susana Vásquez" userId="dffc548e-2323-4ffc-a8aa-757e426c1faa" providerId="ADAL" clId="{5845AE8C-6B19-47EA-B172-97A373AF6645}" dt="2025-02-24T17:30:18.461" v="223" actId="113"/>
          <ac:spMkLst>
            <pc:docMk/>
            <pc:sldMk cId="0" sldId="257"/>
            <ac:spMk id="24" creationId="{A684A2A2-3C93-5F0E-72A8-AAF7B89AA4A1}"/>
          </ac:spMkLst>
        </pc:spChg>
        <pc:spChg chg="add 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57"/>
            <ac:spMk id="25" creationId="{CE3EA57C-A5B9-14A8-D529-64B22CC3A16C}"/>
          </ac:spMkLst>
        </pc:spChg>
        <pc:spChg chg="add mod">
          <ac:chgData name="Susana Vásquez" userId="dffc548e-2323-4ffc-a8aa-757e426c1faa" providerId="ADAL" clId="{5845AE8C-6B19-47EA-B172-97A373AF6645}" dt="2025-02-24T17:30:16.033" v="222" actId="113"/>
          <ac:spMkLst>
            <pc:docMk/>
            <pc:sldMk cId="0" sldId="257"/>
            <ac:spMk id="26" creationId="{E59A3058-7D71-D6C6-EF1A-4FE1569C3818}"/>
          </ac:spMkLst>
        </pc:spChg>
        <pc:spChg chg="add mod">
          <ac:chgData name="Susana Vásquez" userId="dffc548e-2323-4ffc-a8aa-757e426c1faa" providerId="ADAL" clId="{5845AE8C-6B19-47EA-B172-97A373AF6645}" dt="2025-02-24T17:30:22.474" v="225" actId="113"/>
          <ac:spMkLst>
            <pc:docMk/>
            <pc:sldMk cId="0" sldId="257"/>
            <ac:spMk id="27" creationId="{6E62626F-E9C1-B45D-4F3C-480904DC9404}"/>
          </ac:spMkLst>
        </pc:spChg>
        <pc:spChg chg="add mod">
          <ac:chgData name="Susana Vásquez" userId="dffc548e-2323-4ffc-a8aa-757e426c1faa" providerId="ADAL" clId="{5845AE8C-6B19-47EA-B172-97A373AF6645}" dt="2025-02-24T17:30:20.605" v="224" actId="113"/>
          <ac:spMkLst>
            <pc:docMk/>
            <pc:sldMk cId="0" sldId="257"/>
            <ac:spMk id="28" creationId="{B3C556D5-62EF-1CBB-B17D-8B9A1E32325A}"/>
          </ac:spMkLst>
        </pc:spChg>
      </pc:sldChg>
      <pc:sldChg chg="modSp del mod">
        <pc:chgData name="Susana Vásquez" userId="dffc548e-2323-4ffc-a8aa-757e426c1faa" providerId="ADAL" clId="{5845AE8C-6B19-47EA-B172-97A373AF6645}" dt="2025-02-24T17:26:23.394" v="211" actId="47"/>
        <pc:sldMkLst>
          <pc:docMk/>
          <pc:sldMk cId="0" sldId="258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11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2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2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2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3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3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3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4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8"/>
            <ac:spMk id="43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26:35.991" v="212" actId="47"/>
        <pc:sldMkLst>
          <pc:docMk/>
          <pc:sldMk cId="0" sldId="259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11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1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1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59"/>
            <ac:spMk id="19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0:31.491" v="227" actId="47"/>
        <pc:sldMkLst>
          <pc:docMk/>
          <pc:sldMk cId="0" sldId="260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1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1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1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19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2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2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2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0"/>
            <ac:spMk id="31" creationId="{00000000-0000-0000-0000-000000000000}"/>
          </ac:spMkLst>
        </pc:spChg>
      </pc:sldChg>
      <pc:sldChg chg="addSp delSp modSp mod">
        <pc:chgData name="Susana Vásquez" userId="dffc548e-2323-4ffc-a8aa-757e426c1faa" providerId="ADAL" clId="{5845AE8C-6B19-47EA-B172-97A373AF6645}" dt="2025-02-24T17:56:09.315" v="741" actId="790"/>
        <pc:sldMkLst>
          <pc:docMk/>
          <pc:sldMk cId="0" sldId="261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1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1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18" creationId="{00000000-0000-0000-0000-000000000000}"/>
          </ac:spMkLst>
        </pc:spChg>
        <pc:spChg chg="del mod">
          <ac:chgData name="Susana Vásquez" userId="dffc548e-2323-4ffc-a8aa-757e426c1faa" providerId="ADAL" clId="{5845AE8C-6B19-47EA-B172-97A373AF6645}" dt="2025-02-24T17:35:45.676" v="490" actId="478"/>
          <ac:spMkLst>
            <pc:docMk/>
            <pc:sldMk cId="0" sldId="261"/>
            <ac:spMk id="19" creationId="{00000000-0000-0000-0000-000000000000}"/>
          </ac:spMkLst>
        </pc:spChg>
        <pc:spChg chg="add 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0" sldId="261"/>
            <ac:spMk id="20" creationId="{4873AF9D-5F3B-74AE-EFB1-E907E9FBBAB9}"/>
          </ac:spMkLst>
        </pc:spChg>
        <pc:grpChg chg="mod">
          <ac:chgData name="Susana Vásquez" userId="dffc548e-2323-4ffc-a8aa-757e426c1faa" providerId="ADAL" clId="{5845AE8C-6B19-47EA-B172-97A373AF6645}" dt="2025-02-24T17:36:11.226" v="494" actId="14100"/>
          <ac:grpSpMkLst>
            <pc:docMk/>
            <pc:sldMk cId="0" sldId="261"/>
            <ac:grpSpMk id="15" creationId="{00000000-0000-0000-0000-000000000000}"/>
          </ac:grpSpMkLst>
        </pc:gr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62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1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2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2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3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3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3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3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2"/>
            <ac:spMk id="39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63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1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19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2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2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2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3"/>
            <ac:spMk id="28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64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1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1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1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4"/>
            <ac:spMk id="18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65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1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11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1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1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19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2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3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5"/>
            <ac:spMk id="42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66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11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1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1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1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2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6"/>
            <ac:spMk id="27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67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1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1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2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2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2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2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7"/>
            <ac:spMk id="31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68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1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11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1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1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8"/>
            <ac:spMk id="19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69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11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1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1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69"/>
            <ac:spMk id="17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70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133" creationId="{44C5094B-694A-2D7C-A0D0-F2F92EAFBCFE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149" creationId="{8B369669-0B54-65A1-73C4-A06C80C5B673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161" creationId="{157D7913-090E-8384-CCE0-D0014F7A1708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167" creationId="{159B5C7C-007B-FF93-A582-E36B560E4EA4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180" creationId="{71D15120-9E20-694A-C859-BAC049C43C73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198" creationId="{C5C8A244-DFE1-8DE0-36FD-B1A9025B548C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200" creationId="{18A3D8BA-E70F-77D9-FFC8-E34182196ED6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218" creationId="{9B2F9F91-3259-8EA1-14B1-7C9944CD7F3F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221" creationId="{02C4F94A-3583-B9F9-F9BA-E34EB2DB73A7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0"/>
            <ac:spMk id="228" creationId="{65232AB3-64CC-95ED-2536-FF7D5EF7FD79}"/>
          </ac:spMkLst>
        </pc:spChg>
      </pc:sldChg>
      <pc:sldChg chg="del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71"/>
        </pc:sldMkLst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72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1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11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12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1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1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2"/>
            <ac:spMk id="17" creationId="{00000000-0000-0000-0000-000000000000}"/>
          </ac:spMkLst>
        </pc:spChg>
      </pc:sldChg>
      <pc:sldChg chg="modSp del mod">
        <pc:chgData name="Susana Vásquez" userId="dffc548e-2323-4ffc-a8aa-757e426c1faa" providerId="ADAL" clId="{5845AE8C-6B19-47EA-B172-97A373AF6645}" dt="2025-02-24T17:36:55.829" v="632" actId="47"/>
        <pc:sldMkLst>
          <pc:docMk/>
          <pc:sldMk cId="0" sldId="273"/>
        </pc:sldMkLst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3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4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5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6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7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8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10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11" creationId="{00000000-0000-0000-0000-000000000000}"/>
          </ac:spMkLst>
        </pc:spChg>
        <pc:spChg chg="mod">
          <ac:chgData name="Susana Vásquez" userId="dffc548e-2323-4ffc-a8aa-757e426c1faa" providerId="ADAL" clId="{5845AE8C-6B19-47EA-B172-97A373AF6645}" dt="2025-02-24T17:26:01.965" v="210" actId="790"/>
          <ac:spMkLst>
            <pc:docMk/>
            <pc:sldMk cId="0" sldId="273"/>
            <ac:spMk id="12" creationId="{00000000-0000-0000-0000-000000000000}"/>
          </ac:spMkLst>
        </pc:spChg>
        <pc:graphicFrameChg chg="modGraphic">
          <ac:chgData name="Susana Vásquez" userId="dffc548e-2323-4ffc-a8aa-757e426c1faa" providerId="ADAL" clId="{5845AE8C-6B19-47EA-B172-97A373AF6645}" dt="2025-02-24T17:26:01.965" v="210" actId="790"/>
          <ac:graphicFrameMkLst>
            <pc:docMk/>
            <pc:sldMk cId="0" sldId="273"/>
            <ac:graphicFrameMk id="13" creationId="{00000000-0000-0000-0000-000000000000}"/>
          </ac:graphicFrameMkLst>
        </pc:graphicFrameChg>
      </pc:sldChg>
      <pc:sldChg chg="add del">
        <pc:chgData name="Susana Vásquez" userId="dffc548e-2323-4ffc-a8aa-757e426c1faa" providerId="ADAL" clId="{5845AE8C-6B19-47EA-B172-97A373AF6645}" dt="2025-02-24T17:37:15.561" v="633" actId="47"/>
        <pc:sldMkLst>
          <pc:docMk/>
          <pc:sldMk cId="4021960379" sldId="274"/>
        </pc:sldMkLst>
      </pc:sldChg>
      <pc:sldChg chg="addSp delSp modSp add mod">
        <pc:chgData name="Susana Vásquez" userId="dffc548e-2323-4ffc-a8aa-757e426c1faa" providerId="ADAL" clId="{5845AE8C-6B19-47EA-B172-97A373AF6645}" dt="2025-02-24T17:56:09.315" v="741" actId="790"/>
        <pc:sldMkLst>
          <pc:docMk/>
          <pc:sldMk cId="4076031532" sldId="275"/>
        </pc:sldMkLst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3" creationId="{759FA59C-C289-9543-5201-E1F1B46C2BEA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4" creationId="{388603DB-6EE6-CDED-C222-834D8D8B7369}"/>
          </ac:spMkLst>
        </pc:spChg>
        <pc:spChg chg="mod">
          <ac:chgData name="Susana Vásquez" userId="dffc548e-2323-4ffc-a8aa-757e426c1faa" providerId="ADAL" clId="{5845AE8C-6B19-47EA-B172-97A373AF6645}" dt="2025-02-24T17:32:15.437" v="320" actId="14100"/>
          <ac:spMkLst>
            <pc:docMk/>
            <pc:sldMk cId="4076031532" sldId="275"/>
            <ac:spMk id="5" creationId="{BEFA780B-8C25-53ED-20E7-289D54104D7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6" creationId="{6523BCA3-F1CB-73A3-230B-F5CDC3772441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7" creationId="{637433B4-9A07-820B-91A9-AF33A0BF4BA7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8" creationId="{C597E2AF-29D0-90DF-2B6E-E91172FD51D7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13" creationId="{2A8DB375-7F54-303B-78FA-E50E53B764E5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14" creationId="{0C9D3D7C-B91A-D9ED-9DA8-D0DEA3875568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16" creationId="{4F21CBC5-A638-C7E7-3680-842FB6B34F91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17" creationId="{EBACB67A-6094-3D82-D471-37306623B5B0}"/>
          </ac:spMkLst>
        </pc:spChg>
        <pc:spChg chg="del">
          <ac:chgData name="Susana Vásquez" userId="dffc548e-2323-4ffc-a8aa-757e426c1faa" providerId="ADAL" clId="{5845AE8C-6B19-47EA-B172-97A373AF6645}" dt="2025-02-24T17:31:05.162" v="315" actId="478"/>
          <ac:spMkLst>
            <pc:docMk/>
            <pc:sldMk cId="4076031532" sldId="275"/>
            <ac:spMk id="22" creationId="{249C9AAA-6802-B774-895B-81566644C4CE}"/>
          </ac:spMkLst>
        </pc:spChg>
        <pc:spChg chg="del">
          <ac:chgData name="Susana Vásquez" userId="dffc548e-2323-4ffc-a8aa-757e426c1faa" providerId="ADAL" clId="{5845AE8C-6B19-47EA-B172-97A373AF6645}" dt="2025-02-24T17:31:05.162" v="315" actId="478"/>
          <ac:spMkLst>
            <pc:docMk/>
            <pc:sldMk cId="4076031532" sldId="275"/>
            <ac:spMk id="23" creationId="{7C5525CE-2AB9-711F-1399-88A2B0DCFCE2}"/>
          </ac:spMkLst>
        </pc:spChg>
        <pc:spChg chg="del">
          <ac:chgData name="Susana Vásquez" userId="dffc548e-2323-4ffc-a8aa-757e426c1faa" providerId="ADAL" clId="{5845AE8C-6B19-47EA-B172-97A373AF6645}" dt="2025-02-24T17:31:05.162" v="315" actId="478"/>
          <ac:spMkLst>
            <pc:docMk/>
            <pc:sldMk cId="4076031532" sldId="275"/>
            <ac:spMk id="24" creationId="{DE9685C3-2F99-6A32-0561-2573F0A49FFF}"/>
          </ac:spMkLst>
        </pc:spChg>
        <pc:spChg chg="del">
          <ac:chgData name="Susana Vásquez" userId="dffc548e-2323-4ffc-a8aa-757e426c1faa" providerId="ADAL" clId="{5845AE8C-6B19-47EA-B172-97A373AF6645}" dt="2025-02-24T17:31:05.162" v="315" actId="478"/>
          <ac:spMkLst>
            <pc:docMk/>
            <pc:sldMk cId="4076031532" sldId="275"/>
            <ac:spMk id="25" creationId="{DF600549-2519-F91A-0D53-3CB442C798E2}"/>
          </ac:spMkLst>
        </pc:spChg>
        <pc:spChg chg="del">
          <ac:chgData name="Susana Vásquez" userId="dffc548e-2323-4ffc-a8aa-757e426c1faa" providerId="ADAL" clId="{5845AE8C-6B19-47EA-B172-97A373AF6645}" dt="2025-02-24T17:31:05.162" v="315" actId="478"/>
          <ac:spMkLst>
            <pc:docMk/>
            <pc:sldMk cId="4076031532" sldId="275"/>
            <ac:spMk id="26" creationId="{24F1CC95-BB4B-9FE9-6BAA-3AB48D1AA1BD}"/>
          </ac:spMkLst>
        </pc:spChg>
        <pc:spChg chg="del">
          <ac:chgData name="Susana Vásquez" userId="dffc548e-2323-4ffc-a8aa-757e426c1faa" providerId="ADAL" clId="{5845AE8C-6B19-47EA-B172-97A373AF6645}" dt="2025-02-24T17:31:05.162" v="315" actId="478"/>
          <ac:spMkLst>
            <pc:docMk/>
            <pc:sldMk cId="4076031532" sldId="275"/>
            <ac:spMk id="27" creationId="{A6C37220-E08C-40CC-0653-7ED80A86376C}"/>
          </ac:spMkLst>
        </pc:spChg>
        <pc:spChg chg="del">
          <ac:chgData name="Susana Vásquez" userId="dffc548e-2323-4ffc-a8aa-757e426c1faa" providerId="ADAL" clId="{5845AE8C-6B19-47EA-B172-97A373AF6645}" dt="2025-02-24T17:31:05.162" v="315" actId="478"/>
          <ac:spMkLst>
            <pc:docMk/>
            <pc:sldMk cId="4076031532" sldId="275"/>
            <ac:spMk id="28" creationId="{98C5ED8D-2DE6-3298-1B28-E1F8BD0EA794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4076031532" sldId="275"/>
            <ac:spMk id="29" creationId="{A74710B7-8D4B-5FCF-C98C-03751F622F15}"/>
          </ac:spMkLst>
        </pc:spChg>
        <pc:spChg chg="mod">
          <ac:chgData name="Susana Vásquez" userId="dffc548e-2323-4ffc-a8aa-757e426c1faa" providerId="ADAL" clId="{5845AE8C-6B19-47EA-B172-97A373AF6645}" dt="2025-02-24T17:33:21.913" v="335"/>
          <ac:spMkLst>
            <pc:docMk/>
            <pc:sldMk cId="4076031532" sldId="275"/>
            <ac:spMk id="30" creationId="{96EC8075-DFE8-8870-E444-7D868A5B9A8B}"/>
          </ac:spMkLst>
        </pc:spChg>
        <pc:grpChg chg="mod">
          <ac:chgData name="Susana Vásquez" userId="dffc548e-2323-4ffc-a8aa-757e426c1faa" providerId="ADAL" clId="{5845AE8C-6B19-47EA-B172-97A373AF6645}" dt="2025-02-24T17:32:15.437" v="320" actId="14100"/>
          <ac:grpSpMkLst>
            <pc:docMk/>
            <pc:sldMk cId="4076031532" sldId="275"/>
            <ac:grpSpMk id="2" creationId="{92D3A9B4-2B1A-2E13-99B4-89B6ACF024B4}"/>
          </ac:grpSpMkLst>
        </pc:grpChg>
        <pc:grpChg chg="add mod">
          <ac:chgData name="Susana Vásquez" userId="dffc548e-2323-4ffc-a8aa-757e426c1faa" providerId="ADAL" clId="{5845AE8C-6B19-47EA-B172-97A373AF6645}" dt="2025-02-24T17:33:55.276" v="341" actId="14100"/>
          <ac:grpSpMkLst>
            <pc:docMk/>
            <pc:sldMk cId="4076031532" sldId="275"/>
            <ac:grpSpMk id="12" creationId="{E545D9D1-089E-ECB7-130F-F3CC9E71D21F}"/>
          </ac:grpSpMkLst>
        </pc:grpChg>
        <pc:grpChg chg="del">
          <ac:chgData name="Susana Vásquez" userId="dffc548e-2323-4ffc-a8aa-757e426c1faa" providerId="ADAL" clId="{5845AE8C-6B19-47EA-B172-97A373AF6645}" dt="2025-02-24T17:31:05.162" v="315" actId="478"/>
          <ac:grpSpMkLst>
            <pc:docMk/>
            <pc:sldMk cId="4076031532" sldId="275"/>
            <ac:grpSpMk id="18" creationId="{716D0915-B9A6-6D3C-1000-F554563DF92A}"/>
          </ac:grpSpMkLst>
        </pc:grpChg>
        <pc:graphicFrameChg chg="del">
          <ac:chgData name="Susana Vásquez" userId="dffc548e-2323-4ffc-a8aa-757e426c1faa" providerId="ADAL" clId="{5845AE8C-6B19-47EA-B172-97A373AF6645}" dt="2025-02-24T17:31:05.162" v="315" actId="478"/>
          <ac:graphicFrameMkLst>
            <pc:docMk/>
            <pc:sldMk cId="4076031532" sldId="275"/>
            <ac:graphicFrameMk id="21" creationId="{5DFD54B5-DEC1-0723-91D0-84DBBDB50140}"/>
          </ac:graphicFrameMkLst>
        </pc:graphicFrameChg>
        <pc:picChg chg="add mod">
          <ac:chgData name="Susana Vásquez" userId="dffc548e-2323-4ffc-a8aa-757e426c1faa" providerId="ADAL" clId="{5845AE8C-6B19-47EA-B172-97A373AF6645}" dt="2025-02-24T17:31:43.137" v="317"/>
          <ac:picMkLst>
            <pc:docMk/>
            <pc:sldMk cId="4076031532" sldId="275"/>
            <ac:picMk id="2050" creationId="{9DFC5CB5-18C7-2542-A512-3A0269F5328F}"/>
          </ac:picMkLst>
        </pc:picChg>
        <pc:picChg chg="add del mod">
          <ac:chgData name="Susana Vásquez" userId="dffc548e-2323-4ffc-a8aa-757e426c1faa" providerId="ADAL" clId="{5845AE8C-6B19-47EA-B172-97A373AF6645}" dt="2025-02-24T17:32:19.188" v="322" actId="478"/>
          <ac:picMkLst>
            <pc:docMk/>
            <pc:sldMk cId="4076031532" sldId="275"/>
            <ac:picMk id="2052" creationId="{2481CA3A-D648-8204-3D0A-F506CCDC7905}"/>
          </ac:picMkLst>
        </pc:picChg>
        <pc:picChg chg="add del mod">
          <ac:chgData name="Susana Vásquez" userId="dffc548e-2323-4ffc-a8aa-757e426c1faa" providerId="ADAL" clId="{5845AE8C-6B19-47EA-B172-97A373AF6645}" dt="2025-02-24T17:32:49.384" v="328" actId="478"/>
          <ac:picMkLst>
            <pc:docMk/>
            <pc:sldMk cId="4076031532" sldId="275"/>
            <ac:picMk id="2054" creationId="{68CCA252-0217-AA08-BAA9-355BE5DF4C43}"/>
          </ac:picMkLst>
        </pc:picChg>
        <pc:picChg chg="add del mod">
          <ac:chgData name="Susana Vásquez" userId="dffc548e-2323-4ffc-a8aa-757e426c1faa" providerId="ADAL" clId="{5845AE8C-6B19-47EA-B172-97A373AF6645}" dt="2025-02-24T17:33:13.556" v="334" actId="478"/>
          <ac:picMkLst>
            <pc:docMk/>
            <pc:sldMk cId="4076031532" sldId="275"/>
            <ac:picMk id="2056" creationId="{F7899CFE-6962-89B8-2DE0-7D748D81BC44}"/>
          </ac:picMkLst>
        </pc:picChg>
      </pc:sldChg>
      <pc:sldChg chg="modSp add mod">
        <pc:chgData name="Susana Vásquez" userId="dffc548e-2323-4ffc-a8aa-757e426c1faa" providerId="ADAL" clId="{5845AE8C-6B19-47EA-B172-97A373AF6645}" dt="2025-02-24T17:56:09.315" v="741" actId="790"/>
        <pc:sldMkLst>
          <pc:docMk/>
          <pc:sldMk cId="75129213" sldId="276"/>
        </pc:sldMkLst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3" creationId="{12AFFB44-F5C2-A7A4-B2E9-C7EFDCEA7E31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4" creationId="{553A5A7C-93D6-7520-E043-EC0626AEA699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5" creationId="{C2BF5E2B-1BB5-0D60-357E-5755578FCFA6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8" creationId="{02B70CCF-F59D-F7DD-C590-8A1C93FE72E1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10" creationId="{70F5B85D-4EC8-9D13-D1D5-99D719D125BF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11" creationId="{6290A7D6-706C-61C7-F91D-E568B9983EF7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13" creationId="{4F4120BF-9BB6-4F26-50A1-B63C68F5C816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14" creationId="{4DD67EE6-D22D-99D7-8482-C4D804F5571E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18" creationId="{6D117164-8C04-E197-D2C5-89B9760F4271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75129213" sldId="276"/>
            <ac:spMk id="20" creationId="{801AEE38-CEC5-7ED8-3342-E42F5140A57F}"/>
          </ac:spMkLst>
        </pc:spChg>
      </pc:sldChg>
      <pc:sldChg chg="addSp delSp modSp add mod">
        <pc:chgData name="Susana Vásquez" userId="dffc548e-2323-4ffc-a8aa-757e426c1faa" providerId="ADAL" clId="{5845AE8C-6B19-47EA-B172-97A373AF6645}" dt="2025-02-24T18:00:20.377" v="748" actId="572"/>
        <pc:sldMkLst>
          <pc:docMk/>
          <pc:sldMk cId="823424723" sldId="277"/>
        </pc:sldMkLst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4" creationId="{DB2833E9-4B14-C5D3-01D9-2897BC08231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5" creationId="{491E1CD9-124E-5DC1-EB03-E524220BCBB0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6" creationId="{3B4D39DE-A450-6EBF-6C9A-FC31116D04AB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7" creationId="{BAD6B038-8C96-6681-3E28-E130722E4652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10" creationId="{FEDC66A8-5F5D-25BB-E6DE-4B3760DA9B9F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11" creationId="{D5379536-8E4E-49AE-87DD-CFA5A44A4901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13" creationId="{2A669FD6-086D-42FC-54FF-47A3E8326214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14" creationId="{572AE04F-30B1-5A2F-9ED8-6AA7FE5ABE75}"/>
          </ac:spMkLst>
        </pc:spChg>
        <pc:spChg chg="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18" creationId="{36FCF92C-63DB-93ED-CD06-7D33E5FB3897}"/>
          </ac:spMkLst>
        </pc:spChg>
        <pc:spChg chg="add mod">
          <ac:chgData name="Susana Vásquez" userId="dffc548e-2323-4ffc-a8aa-757e426c1faa" providerId="ADAL" clId="{5845AE8C-6B19-47EA-B172-97A373AF6645}" dt="2025-02-24T17:56:09.315" v="741" actId="790"/>
          <ac:spMkLst>
            <pc:docMk/>
            <pc:sldMk cId="823424723" sldId="277"/>
            <ac:spMk id="19" creationId="{5B79CE0C-3FF6-0250-D3F9-70ADD509C8AE}"/>
          </ac:spMkLst>
        </pc:spChg>
        <pc:spChg chg="del">
          <ac:chgData name="Susana Vásquez" userId="dffc548e-2323-4ffc-a8aa-757e426c1faa" providerId="ADAL" clId="{5845AE8C-6B19-47EA-B172-97A373AF6645}" dt="2025-02-24T17:39:04.321" v="694" actId="478"/>
          <ac:spMkLst>
            <pc:docMk/>
            <pc:sldMk cId="823424723" sldId="277"/>
            <ac:spMk id="20" creationId="{E8874FF9-3703-0F36-21A3-E7B57FF2DFA6}"/>
          </ac:spMkLst>
        </pc:spChg>
        <pc:grpChg chg="del">
          <ac:chgData name="Susana Vásquez" userId="dffc548e-2323-4ffc-a8aa-757e426c1faa" providerId="ADAL" clId="{5845AE8C-6B19-47EA-B172-97A373AF6645}" dt="2025-02-24T17:39:02.387" v="693" actId="478"/>
          <ac:grpSpMkLst>
            <pc:docMk/>
            <pc:sldMk cId="823424723" sldId="277"/>
            <ac:grpSpMk id="15" creationId="{01AED2C1-8EFA-7266-D0C9-559A873D2FBA}"/>
          </ac:grpSpMkLst>
        </pc:grpChg>
        <pc:graphicFrameChg chg="add del mod modGraphic">
          <ac:chgData name="Susana Vásquez" userId="dffc548e-2323-4ffc-a8aa-757e426c1faa" providerId="ADAL" clId="{5845AE8C-6B19-47EA-B172-97A373AF6645}" dt="2025-02-24T17:54:25.252" v="701" actId="478"/>
          <ac:graphicFrameMkLst>
            <pc:docMk/>
            <pc:sldMk cId="823424723" sldId="277"/>
            <ac:graphicFrameMk id="21" creationId="{B70B1A10-70CA-6D0F-83E3-47EAD6F32AF2}"/>
          </ac:graphicFrameMkLst>
        </pc:graphicFrameChg>
        <pc:graphicFrameChg chg="add mod modGraphic">
          <ac:chgData name="Susana Vásquez" userId="dffc548e-2323-4ffc-a8aa-757e426c1faa" providerId="ADAL" clId="{5845AE8C-6B19-47EA-B172-97A373AF6645}" dt="2025-02-24T18:00:20.377" v="748" actId="572"/>
          <ac:graphicFrameMkLst>
            <pc:docMk/>
            <pc:sldMk cId="823424723" sldId="277"/>
            <ac:graphicFrameMk id="22" creationId="{122C398A-54E7-C8D0-A32D-61CC4F3C6769}"/>
          </ac:graphicFrameMkLst>
        </pc:graphicFrameChg>
      </pc:sldChg>
    </pc:docChg>
  </pc:docChgLst>
  <pc:docChgLst>
    <pc:chgData name="Susana Vásquez" userId="dffc548e-2323-4ffc-a8aa-757e426c1faa" providerId="ADAL" clId="{CDF94FC1-676E-47EB-A349-9E3B1D8550EA}"/>
    <pc:docChg chg="undo custSel addSld delSld modSld">
      <pc:chgData name="Susana Vásquez" userId="dffc548e-2323-4ffc-a8aa-757e426c1faa" providerId="ADAL" clId="{CDF94FC1-676E-47EB-A349-9E3B1D8550EA}" dt="2024-11-30T08:40:54.657" v="19" actId="1076"/>
      <pc:docMkLst>
        <pc:docMk/>
      </pc:docMkLst>
      <pc:sldChg chg="add del">
        <pc:chgData name="Susana Vásquez" userId="dffc548e-2323-4ffc-a8aa-757e426c1faa" providerId="ADAL" clId="{CDF94FC1-676E-47EB-A349-9E3B1D8550EA}" dt="2024-11-30T08:39:56.481" v="5"/>
        <pc:sldMkLst>
          <pc:docMk/>
          <pc:sldMk cId="0" sldId="268"/>
        </pc:sldMkLst>
      </pc:sldChg>
      <pc:sldChg chg="add del">
        <pc:chgData name="Susana Vásquez" userId="dffc548e-2323-4ffc-a8aa-757e426c1faa" providerId="ADAL" clId="{CDF94FC1-676E-47EB-A349-9E3B1D8550EA}" dt="2024-11-30T08:39:56.481" v="5"/>
        <pc:sldMkLst>
          <pc:docMk/>
          <pc:sldMk cId="0" sldId="269"/>
        </pc:sldMkLst>
      </pc:sldChg>
      <pc:sldChg chg="addSp delSp modSp mod">
        <pc:chgData name="Susana Vásquez" userId="dffc548e-2323-4ffc-a8aa-757e426c1faa" providerId="ADAL" clId="{CDF94FC1-676E-47EB-A349-9E3B1D8550EA}" dt="2024-11-30T08:39:06.488" v="1"/>
        <pc:sldMkLst>
          <pc:docMk/>
          <pc:sldMk cId="0" sldId="270"/>
        </pc:sldMkLst>
      </pc:sldChg>
      <pc:sldChg chg="addSp delSp modSp add del mod">
        <pc:chgData name="Susana Vásquez" userId="dffc548e-2323-4ffc-a8aa-757e426c1faa" providerId="ADAL" clId="{CDF94FC1-676E-47EB-A349-9E3B1D8550EA}" dt="2024-11-30T08:40:54.657" v="19" actId="1076"/>
        <pc:sldMkLst>
          <pc:docMk/>
          <pc:sldMk cId="0" sldId="272"/>
        </pc:sldMkLst>
      </pc:sldChg>
      <pc:sldChg chg="add del">
        <pc:chgData name="Susana Vásquez" userId="dffc548e-2323-4ffc-a8aa-757e426c1faa" providerId="ADAL" clId="{CDF94FC1-676E-47EB-A349-9E3B1D8550EA}" dt="2024-11-30T08:39:26.245" v="3"/>
        <pc:sldMkLst>
          <pc:docMk/>
          <pc:sldMk cId="0" sldId="273"/>
        </pc:sldMkLst>
      </pc:sldChg>
    </pc:docChg>
  </pc:docChgLst>
  <pc:docChgLst>
    <pc:chgData name="Susana Vásquez" userId="dffc548e-2323-4ffc-a8aa-757e426c1faa" providerId="ADAL" clId="{B21D8137-F5C8-47F9-8878-7F2B89D016BF}"/>
    <pc:docChg chg="modSld sldOrd">
      <pc:chgData name="Susana Vásquez" userId="dffc548e-2323-4ffc-a8aa-757e426c1faa" providerId="ADAL" clId="{B21D8137-F5C8-47F9-8878-7F2B89D016BF}" dt="2025-02-17T21:38:08.956" v="8" actId="14734"/>
      <pc:docMkLst>
        <pc:docMk/>
      </pc:docMkLst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56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9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6"/>
            <ac:spMk id="11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57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57"/>
            <ac:spMk id="19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58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59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0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1"/>
        </pc:sldMkLst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5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6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7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8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0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3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4" creationId="{00000000-0000-0000-0000-000000000000}"/>
          </ac:spMkLst>
        </pc:spChg>
        <pc:spChg chg="mod">
          <ac:chgData name="Susana Vásquez" userId="dffc548e-2323-4ffc-a8aa-757e426c1faa" providerId="ADAL" clId="{B21D8137-F5C8-47F9-8878-7F2B89D016BF}" dt="2025-02-17T21:37:59.813" v="7" actId="790"/>
          <ac:spMkLst>
            <pc:docMk/>
            <pc:sldMk cId="0" sldId="261"/>
            <ac:spMk id="17" creationId="{00000000-0000-0000-0000-000000000000}"/>
          </ac:spMkLst>
        </pc:spChg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2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3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4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5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6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7"/>
        </pc:sldMkLst>
      </pc:sldChg>
      <pc:sldChg chg="modSp mod">
        <pc:chgData name="Susana Vásquez" userId="dffc548e-2323-4ffc-a8aa-757e426c1faa" providerId="ADAL" clId="{B21D8137-F5C8-47F9-8878-7F2B89D016BF}" dt="2025-02-17T21:38:08.956" v="8" actId="14734"/>
        <pc:sldMkLst>
          <pc:docMk/>
          <pc:sldMk cId="0" sldId="268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69"/>
        </pc:sldMkLst>
      </pc:sldChg>
      <pc:sldChg chg="modSp mod or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70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72"/>
        </pc:sldMkLst>
      </pc:sldChg>
      <pc:sldChg chg="modSp mod">
        <pc:chgData name="Susana Vásquez" userId="dffc548e-2323-4ffc-a8aa-757e426c1faa" providerId="ADAL" clId="{B21D8137-F5C8-47F9-8878-7F2B89D016BF}" dt="2025-02-17T21:37:59.813" v="7" actId="790"/>
        <pc:sldMkLst>
          <pc:docMk/>
          <pc:sldMk cId="0" sldId="273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2/24/2025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7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sp>
        <p:nvSpPr>
          <p:cNvPr id="9" name="Freeform 9"/>
          <p:cNvSpPr/>
          <p:nvPr/>
        </p:nvSpPr>
        <p:spPr>
          <a:xfrm>
            <a:off x="4647696" y="9496183"/>
            <a:ext cx="1443679" cy="278454"/>
          </a:xfrm>
          <a:custGeom>
            <a:avLst/>
            <a:gdLst/>
            <a:ahLst/>
            <a:cxnLst/>
            <a:rect l="l" t="t" r="r" b="b"/>
            <a:pathLst>
              <a:path w="1443679" h="278454">
                <a:moveTo>
                  <a:pt x="0" y="0"/>
                </a:moveTo>
                <a:lnTo>
                  <a:pt x="1443678" y="0"/>
                </a:lnTo>
                <a:lnTo>
                  <a:pt x="1443678" y="278454"/>
                </a:lnTo>
                <a:lnTo>
                  <a:pt x="0" y="27845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>
              <a:fillRect/>
            </a:stretch>
          </a:blipFill>
        </p:spPr>
        <p:txBody>
          <a:bodyPr/>
          <a:lstStyle/>
          <a:p>
            <a:endParaRPr lang="ca-ES" noProof="0" dirty="0"/>
          </a:p>
        </p:txBody>
      </p:sp>
      <p:sp>
        <p:nvSpPr>
          <p:cNvPr id="10" name="TextBox 10"/>
          <p:cNvSpPr txBox="1"/>
          <p:nvPr/>
        </p:nvSpPr>
        <p:spPr>
          <a:xfrm>
            <a:off x="282533" y="2466187"/>
            <a:ext cx="6883423" cy="28341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479"/>
              </a:lnSpc>
            </a:pPr>
            <a:r>
              <a:rPr lang="ca-ES" sz="103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Fem de hackers!</a:t>
            </a:r>
          </a:p>
          <a:p>
            <a:pPr algn="ctr"/>
            <a:r>
              <a:rPr lang="ca-ES" sz="4000" noProof="0" dirty="0">
                <a:solidFill>
                  <a:srgbClr val="000000"/>
                </a:solidFill>
                <a:latin typeface="Garet Light"/>
                <a:sym typeface="Buffalo"/>
              </a:rPr>
              <a:t>Com crear una contrasenya segura?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756000" y="675827"/>
            <a:ext cx="4860464" cy="13472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400"/>
              </a:lnSpc>
            </a:pPr>
            <a:r>
              <a:rPr lang="ca-ES" sz="30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Alumne:</a:t>
            </a:r>
          </a:p>
          <a:p>
            <a:pPr marL="96520" lvl="1" algn="l">
              <a:lnSpc>
                <a:spcPts val="2700"/>
              </a:lnSpc>
            </a:pPr>
            <a:r>
              <a:rPr lang="ca-ES" sz="1500" noProof="0" dirty="0">
                <a:solidFill>
                  <a:srgbClr val="F87354"/>
                </a:solidFill>
                <a:latin typeface="White Star"/>
                <a:ea typeface="White Star"/>
                <a:cs typeface="White Star"/>
                <a:sym typeface="White Star"/>
              </a:rPr>
              <a:t>___ _ _ _ _ _ _ _ _ _ _ _ _ _ _ _ _ _ _ _ _ _ _ _ _ _ _ _ _ _ _ _ _ _ _ _ _ _ _ _ _ _ _ _____ _ __ _ _ _ _ </a:t>
            </a:r>
          </a:p>
          <a:p>
            <a:pPr marL="96520" lvl="1" algn="l">
              <a:lnSpc>
                <a:spcPts val="2700"/>
              </a:lnSpc>
            </a:pPr>
            <a:endParaRPr lang="ca-ES" sz="1500" noProof="0" dirty="0">
              <a:solidFill>
                <a:srgbClr val="F87354"/>
              </a:solidFill>
              <a:latin typeface="White Star"/>
              <a:ea typeface="White Star"/>
              <a:cs typeface="White Star"/>
              <a:sym typeface="White Star"/>
            </a:endParaRPr>
          </a:p>
        </p:txBody>
      </p:sp>
      <p:pic>
        <p:nvPicPr>
          <p:cNvPr id="1026" name="Picture 2" descr="escriba una contraseña incorrecta muchas veces ya que olvida su contraseña  para iniciar sesión 7742204 Vector en Vecteezy">
            <a:extLst>
              <a:ext uri="{FF2B5EF4-FFF2-40B4-BE49-F238E27FC236}">
                <a16:creationId xmlns:a16="http://schemas.microsoft.com/office/drawing/2014/main" id="{908B8665-5707-FE55-6AD8-1CEE3E69CCE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9">
            <a:clrChange>
              <a:clrFrom>
                <a:srgbClr val="E6E7E9"/>
              </a:clrFrom>
              <a:clrTo>
                <a:srgbClr val="E6E7E9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00396" y="5007850"/>
            <a:ext cx="4647696" cy="3718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23922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338289" y="221392"/>
            <a:ext cx="6883423" cy="600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ca-ES" sz="3999" noProof="0" dirty="0">
                <a:solidFill>
                  <a:srgbClr val="F87354"/>
                </a:solidFill>
                <a:latin typeface="Nefelibata Script"/>
                <a:ea typeface="Nefelibata Script"/>
                <a:cs typeface="Nefelibata Script"/>
                <a:sym typeface="Nefelibata Script"/>
              </a:rPr>
              <a:t>Objectiu del problema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756000" y="1602445"/>
            <a:ext cx="6226600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Quan hem de crear contrasenyes, ens trobem amb diferents indicacions segons l’aplicació o la web. 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F8735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478083" y="7151874"/>
            <a:ext cx="6782434" cy="3013953"/>
            <a:chOff x="0" y="0"/>
            <a:chExt cx="2430671" cy="1080133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430671" cy="1080133"/>
            </a:xfrm>
            <a:custGeom>
              <a:avLst/>
              <a:gdLst/>
              <a:ahLst/>
              <a:cxnLst/>
              <a:rect l="l" t="t" r="r" b="b"/>
              <a:pathLst>
                <a:path w="2430671" h="1080133">
                  <a:moveTo>
                    <a:pt x="22829" y="0"/>
                  </a:moveTo>
                  <a:lnTo>
                    <a:pt x="2407842" y="0"/>
                  </a:lnTo>
                  <a:cubicBezTo>
                    <a:pt x="2420450" y="0"/>
                    <a:pt x="2430671" y="10221"/>
                    <a:pt x="2430671" y="22829"/>
                  </a:cubicBezTo>
                  <a:lnTo>
                    <a:pt x="2430671" y="1057303"/>
                  </a:lnTo>
                  <a:cubicBezTo>
                    <a:pt x="2430671" y="1069912"/>
                    <a:pt x="2420450" y="1080133"/>
                    <a:pt x="2407842" y="1080133"/>
                  </a:cubicBezTo>
                  <a:lnTo>
                    <a:pt x="22829" y="1080133"/>
                  </a:lnTo>
                  <a:cubicBezTo>
                    <a:pt x="10221" y="1080133"/>
                    <a:pt x="0" y="1069912"/>
                    <a:pt x="0" y="1057303"/>
                  </a:cubicBezTo>
                  <a:lnTo>
                    <a:pt x="0" y="22829"/>
                  </a:lnTo>
                  <a:cubicBezTo>
                    <a:pt x="0" y="10221"/>
                    <a:pt x="10221" y="0"/>
                    <a:pt x="22829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20" name="TextBox 20"/>
            <p:cNvSpPr txBox="1"/>
            <p:nvPr/>
          </p:nvSpPr>
          <p:spPr>
            <a:xfrm>
              <a:off x="0" y="0"/>
              <a:ext cx="2430671" cy="10801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graphicFrame>
        <p:nvGraphicFramePr>
          <p:cNvPr id="21" name="Table 2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82157550"/>
              </p:ext>
            </p:extLst>
          </p:nvPr>
        </p:nvGraphicFramePr>
        <p:xfrm>
          <a:off x="806981" y="7365843"/>
          <a:ext cx="6182858" cy="2687880"/>
        </p:xfrm>
        <a:graphic>
          <a:graphicData uri="http://schemas.openxmlformats.org/drawingml/2006/table">
            <a:tbl>
              <a:tblPr/>
              <a:tblGrid>
                <a:gridCol w="6182858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</a:tblGrid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06760">
                <a:tc>
                  <a:txBody>
                    <a:bodyPr/>
                    <a:lstStyle/>
                    <a:p>
                      <a:pPr algn="l">
                        <a:lnSpc>
                          <a:spcPts val="323"/>
                        </a:lnSpc>
                        <a:defRPr/>
                      </a:pPr>
                      <a:endParaRPr lang="ca-ES" sz="1100" noProof="0" dirty="0"/>
                    </a:p>
                  </a:txBody>
                  <a:tcPr marL="0" marR="0" marT="0" marB="0" anchor="ctr">
                    <a:lnL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448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448" cap="flat" cmpd="sng" algn="ctr">
                      <a:solidFill>
                        <a:srgbClr val="2A72A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>
                        <a:alpha val="9804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</a:tbl>
          </a:graphicData>
        </a:graphic>
      </p:graphicFrame>
      <p:sp>
        <p:nvSpPr>
          <p:cNvPr id="22" name="TextBox 22"/>
          <p:cNvSpPr txBox="1"/>
          <p:nvPr/>
        </p:nvSpPr>
        <p:spPr>
          <a:xfrm>
            <a:off x="570160" y="6462898"/>
            <a:ext cx="6419679" cy="4905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9"/>
              </a:lnSpc>
              <a:spcBef>
                <a:spcPct val="0"/>
              </a:spcBef>
            </a:pPr>
            <a:r>
              <a:rPr lang="ca-ES" sz="4000" noProof="0" dirty="0">
                <a:solidFill>
                  <a:srgbClr val="000000"/>
                </a:solidFill>
                <a:latin typeface="Buffalo"/>
                <a:ea typeface="Buffalo"/>
                <a:cs typeface="Buffalo"/>
                <a:sym typeface="Buffalo"/>
              </a:rPr>
              <a:t>Quines us semblen més segures? Perquè?</a:t>
            </a:r>
          </a:p>
        </p:txBody>
      </p:sp>
      <p:sp>
        <p:nvSpPr>
          <p:cNvPr id="23" name="Google Shape;436;p44">
            <a:extLst>
              <a:ext uri="{FF2B5EF4-FFF2-40B4-BE49-F238E27FC236}">
                <a16:creationId xmlns:a16="http://schemas.microsoft.com/office/drawing/2014/main" id="{AAB3E5E1-62BA-DA63-3BDB-0ACFFFFD7FA6}"/>
              </a:ext>
            </a:extLst>
          </p:cNvPr>
          <p:cNvSpPr txBox="1"/>
          <p:nvPr/>
        </p:nvSpPr>
        <p:spPr>
          <a:xfrm>
            <a:off x="381321" y="2859835"/>
            <a:ext cx="1224746" cy="1023327"/>
          </a:xfrm>
          <a:prstGeom prst="rect">
            <a:avLst/>
          </a:prstGeom>
          <a:solidFill>
            <a:srgbClr val="FFF2CC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PUK MÒBIL</a:t>
            </a:r>
            <a:br>
              <a:rPr lang="ca-ES" sz="1500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</a:br>
            <a:r>
              <a:rPr lang="ca-ES" sz="1500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 8 números</a:t>
            </a:r>
          </a:p>
        </p:txBody>
      </p:sp>
      <p:sp>
        <p:nvSpPr>
          <p:cNvPr id="24" name="Google Shape;437;p44">
            <a:extLst>
              <a:ext uri="{FF2B5EF4-FFF2-40B4-BE49-F238E27FC236}">
                <a16:creationId xmlns:a16="http://schemas.microsoft.com/office/drawing/2014/main" id="{A684A2A2-3C93-5F0E-72A8-AAF7B89AA4A1}"/>
              </a:ext>
            </a:extLst>
          </p:cNvPr>
          <p:cNvSpPr txBox="1"/>
          <p:nvPr/>
        </p:nvSpPr>
        <p:spPr>
          <a:xfrm>
            <a:off x="345838" y="4335364"/>
            <a:ext cx="1953368" cy="1819699"/>
          </a:xfrm>
          <a:prstGeom prst="rect">
            <a:avLst/>
          </a:prstGeom>
          <a:solidFill>
            <a:srgbClr val="D9D2E9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CORREU INSTITUT</a:t>
            </a:r>
            <a:r>
              <a:rPr lang="ca-ES" sz="1500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: 8 elements mínim, alfanumèric, mínim una majúscula o un caràcter especial</a:t>
            </a:r>
          </a:p>
        </p:txBody>
      </p:sp>
      <p:sp>
        <p:nvSpPr>
          <p:cNvPr id="25" name="Google Shape;438;p44">
            <a:extLst>
              <a:ext uri="{FF2B5EF4-FFF2-40B4-BE49-F238E27FC236}">
                <a16:creationId xmlns:a16="http://schemas.microsoft.com/office/drawing/2014/main" id="{CE3EA57C-A5B9-14A8-D529-64B22CC3A16C}"/>
              </a:ext>
            </a:extLst>
          </p:cNvPr>
          <p:cNvSpPr txBox="1"/>
          <p:nvPr/>
        </p:nvSpPr>
        <p:spPr>
          <a:xfrm>
            <a:off x="5676379" y="2853188"/>
            <a:ext cx="1588402" cy="2881528"/>
          </a:xfrm>
          <a:prstGeom prst="rect">
            <a:avLst/>
          </a:prstGeom>
          <a:solidFill>
            <a:srgbClr val="E0E0E0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CORREU PROFES</a:t>
            </a:r>
            <a:r>
              <a:rPr lang="ca-ES" sz="1500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: 8 elements mínim, alfanumèric, 2 números, 2 minúscules, 1 majúscula, caràcter especial si es vol</a:t>
            </a:r>
          </a:p>
        </p:txBody>
      </p:sp>
      <p:sp>
        <p:nvSpPr>
          <p:cNvPr id="26" name="Google Shape;439;p44">
            <a:extLst>
              <a:ext uri="{FF2B5EF4-FFF2-40B4-BE49-F238E27FC236}">
                <a16:creationId xmlns:a16="http://schemas.microsoft.com/office/drawing/2014/main" id="{E59A3058-7D71-D6C6-EF1A-4FE1569C3818}"/>
              </a:ext>
            </a:extLst>
          </p:cNvPr>
          <p:cNvSpPr txBox="1"/>
          <p:nvPr/>
        </p:nvSpPr>
        <p:spPr>
          <a:xfrm>
            <a:off x="1727824" y="2854425"/>
            <a:ext cx="3543770" cy="1288784"/>
          </a:xfrm>
          <a:prstGeom prst="rect">
            <a:avLst/>
          </a:prstGeom>
          <a:solidFill>
            <a:srgbClr val="CFE2F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GMAIL</a:t>
            </a:r>
            <a:r>
              <a:rPr lang="ca-ES" sz="1500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: 8 elements mínim amb lletres majúscules, minúscules, números i  caràcters especials (com es vulgui)</a:t>
            </a:r>
          </a:p>
        </p:txBody>
      </p:sp>
      <p:sp>
        <p:nvSpPr>
          <p:cNvPr id="27" name="Google Shape;441;p44">
            <a:extLst>
              <a:ext uri="{FF2B5EF4-FFF2-40B4-BE49-F238E27FC236}">
                <a16:creationId xmlns:a16="http://schemas.microsoft.com/office/drawing/2014/main" id="{6E62626F-E9C1-B45D-4F3C-480904DC9404}"/>
              </a:ext>
            </a:extLst>
          </p:cNvPr>
          <p:cNvSpPr txBox="1"/>
          <p:nvPr/>
        </p:nvSpPr>
        <p:spPr>
          <a:xfrm>
            <a:off x="3763149" y="4373144"/>
            <a:ext cx="1721260" cy="1819699"/>
          </a:xfrm>
          <a:prstGeom prst="rect">
            <a:avLst/>
          </a:prstGeom>
          <a:solidFill>
            <a:srgbClr val="FCE5CD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CORREU INFANTIL</a:t>
            </a:r>
            <a:r>
              <a:rPr lang="ca-ES" sz="1500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: 8 elements, 4 lletres majúscules seguides de 4 números</a:t>
            </a:r>
          </a:p>
        </p:txBody>
      </p:sp>
      <p:sp>
        <p:nvSpPr>
          <p:cNvPr id="28" name="Google Shape;442;p44">
            <a:extLst>
              <a:ext uri="{FF2B5EF4-FFF2-40B4-BE49-F238E27FC236}">
                <a16:creationId xmlns:a16="http://schemas.microsoft.com/office/drawing/2014/main" id="{B3C556D5-62EF-1CBB-B17D-8B9A1E32325A}"/>
              </a:ext>
            </a:extLst>
          </p:cNvPr>
          <p:cNvSpPr txBox="1"/>
          <p:nvPr/>
        </p:nvSpPr>
        <p:spPr>
          <a:xfrm>
            <a:off x="2460881" y="4330547"/>
            <a:ext cx="1164969" cy="1288784"/>
          </a:xfrm>
          <a:prstGeom prst="rect">
            <a:avLst/>
          </a:prstGeom>
          <a:solidFill>
            <a:srgbClr val="D9EAD3"/>
          </a:solidFill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None/>
            </a:pPr>
            <a:r>
              <a:rPr lang="ca-ES" sz="1500" b="1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PIN BANC</a:t>
            </a:r>
            <a:r>
              <a:rPr lang="ca-ES" sz="1500" noProof="0" dirty="0">
                <a:solidFill>
                  <a:schemeClr val="dk1"/>
                </a:solidFill>
                <a:latin typeface="Avenir"/>
                <a:ea typeface="Avenir"/>
                <a:cs typeface="Avenir"/>
                <a:sym typeface="Avenir"/>
              </a:rPr>
              <a:t>: 8 lletres minúscules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159E46-7C5D-88F1-92BB-BD776B36E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92D3A9B4-2B1A-2E13-99B4-89B6ACF024B4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759FA59C-C289-9543-5201-E1F1B46C2BEA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388603DB-6EE6-CDED-C222-834D8D8B7369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BEFA780B-8C25-53ED-20E7-289D54104D70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6523BCA3-F1CB-73A3-230B-F5CDC3772441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637433B4-9A07-820B-91A9-AF33A0BF4BA7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C597E2AF-29D0-90DF-2B6E-E91172FD51D7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02EFE059-1AA4-1EB0-E17D-FE346445E552}"/>
              </a:ext>
            </a:extLst>
          </p:cNvPr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23B8934B-135F-2AB3-5692-81DE62F378A4}"/>
                </a:ext>
              </a:extLst>
            </p:cNvPr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23922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F883F80D-6230-CCF7-D5CF-17502D260CDD}"/>
                </a:ext>
              </a:extLst>
            </p:cNvPr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3" name="TextBox 13">
            <a:extLst>
              <a:ext uri="{FF2B5EF4-FFF2-40B4-BE49-F238E27FC236}">
                <a16:creationId xmlns:a16="http://schemas.microsoft.com/office/drawing/2014/main" id="{2A8DB375-7F54-303B-78FA-E50E53B764E5}"/>
              </a:ext>
            </a:extLst>
          </p:cNvPr>
          <p:cNvSpPr txBox="1"/>
          <p:nvPr/>
        </p:nvSpPr>
        <p:spPr>
          <a:xfrm>
            <a:off x="338289" y="221392"/>
            <a:ext cx="6883423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799"/>
              </a:lnSpc>
            </a:pPr>
            <a:r>
              <a:rPr lang="ca-ES" sz="3999" noProof="0" dirty="0">
                <a:solidFill>
                  <a:srgbClr val="F87354"/>
                </a:solidFill>
                <a:latin typeface="Nefelibata Script"/>
                <a:ea typeface="Nefelibata Script"/>
                <a:cs typeface="Nefelibata Script"/>
                <a:sym typeface="Nefelibata Script"/>
              </a:rPr>
              <a:t>Posada en comú</a:t>
            </a:r>
          </a:p>
        </p:txBody>
      </p:sp>
      <p:sp>
        <p:nvSpPr>
          <p:cNvPr id="14" name="TextBox 14">
            <a:extLst>
              <a:ext uri="{FF2B5EF4-FFF2-40B4-BE49-F238E27FC236}">
                <a16:creationId xmlns:a16="http://schemas.microsoft.com/office/drawing/2014/main" id="{0C9D3D7C-B91A-D9ED-9DA8-D0DEA3875568}"/>
              </a:ext>
            </a:extLst>
          </p:cNvPr>
          <p:cNvSpPr txBox="1"/>
          <p:nvPr/>
        </p:nvSpPr>
        <p:spPr>
          <a:xfrm>
            <a:off x="456094" y="1347139"/>
            <a:ext cx="6644311" cy="307777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Escriviu els vostres apunts sobre la posada en comú:</a:t>
            </a:r>
          </a:p>
        </p:txBody>
      </p:sp>
      <p:grpSp>
        <p:nvGrpSpPr>
          <p:cNvPr id="15" name="Group 15">
            <a:extLst>
              <a:ext uri="{FF2B5EF4-FFF2-40B4-BE49-F238E27FC236}">
                <a16:creationId xmlns:a16="http://schemas.microsoft.com/office/drawing/2014/main" id="{D562705E-755F-EF58-7147-FFF120113C4B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4F21CBC5-A638-C7E7-3680-842FB6B34F91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F87354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EBACB67A-6094-3D82-D471-37306623B5B0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5">
            <a:extLst>
              <a:ext uri="{FF2B5EF4-FFF2-40B4-BE49-F238E27FC236}">
                <a16:creationId xmlns:a16="http://schemas.microsoft.com/office/drawing/2014/main" id="{E545D9D1-089E-ECB7-130F-F3CC9E71D21F}"/>
              </a:ext>
            </a:extLst>
          </p:cNvPr>
          <p:cNvGrpSpPr/>
          <p:nvPr/>
        </p:nvGrpSpPr>
        <p:grpSpPr>
          <a:xfrm>
            <a:off x="396586" y="1796914"/>
            <a:ext cx="6766828" cy="8400086"/>
            <a:chOff x="0" y="0"/>
            <a:chExt cx="2425078" cy="3148563"/>
          </a:xfrm>
        </p:grpSpPr>
        <p:sp>
          <p:nvSpPr>
            <p:cNvPr id="29" name="Freeform 16">
              <a:extLst>
                <a:ext uri="{FF2B5EF4-FFF2-40B4-BE49-F238E27FC236}">
                  <a16:creationId xmlns:a16="http://schemas.microsoft.com/office/drawing/2014/main" id="{A74710B7-8D4B-5FCF-C98C-03751F622F15}"/>
                </a:ext>
              </a:extLst>
            </p:cNvPr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38100" cap="sq">
              <a:solidFill>
                <a:srgbClr val="733EF6"/>
              </a:solidFill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30" name="TextBox 17">
              <a:extLst>
                <a:ext uri="{FF2B5EF4-FFF2-40B4-BE49-F238E27FC236}">
                  <a16:creationId xmlns:a16="http://schemas.microsoft.com/office/drawing/2014/main" id="{96EC8075-DFE8-8870-E444-7D868A5B9A8B}"/>
                </a:ext>
              </a:extLst>
            </p:cNvPr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</p:spTree>
    <p:extLst>
      <p:ext uri="{BB962C8B-B14F-4D97-AF65-F5344CB8AC3E}">
        <p14:creationId xmlns:p14="http://schemas.microsoft.com/office/powerpoint/2010/main" val="40760315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/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/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/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/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/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/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380907" y="2069710"/>
            <a:ext cx="6766828" cy="8073299"/>
            <a:chOff x="0" y="0"/>
            <a:chExt cx="2425078" cy="314856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ca-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Comparació de contrasenyes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4873AF9D-5F3B-74AE-EFB1-E907E9FBBAB9}"/>
              </a:ext>
            </a:extLst>
          </p:cNvPr>
          <p:cNvSpPr txBox="1"/>
          <p:nvPr/>
        </p:nvSpPr>
        <p:spPr>
          <a:xfrm>
            <a:off x="746326" y="1261514"/>
            <a:ext cx="6226600" cy="9233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Ordeneu les contrasenyes de menys a més segures.</a:t>
            </a:r>
          </a:p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Justifiqueu les vostres respostes.</a:t>
            </a:r>
          </a:p>
          <a:p>
            <a:pPr algn="ctr"/>
            <a:endParaRPr lang="ca-ES" sz="2000" noProof="0" dirty="0">
              <a:solidFill>
                <a:srgbClr val="000000"/>
              </a:solidFill>
              <a:latin typeface="Cocomat Pro"/>
              <a:ea typeface="Cocomat Pro"/>
              <a:cs typeface="Cocomat Pro"/>
              <a:sym typeface="Cocomat Pro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0E5DA1-774F-A77F-599D-600472AE7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1F9936E7-5AE9-3630-B2B3-C533AFDBF4D7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12AFFB44-F5C2-A7A4-B2E9-C7EFDCEA7E31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553A5A7C-93D6-7520-E043-EC0626AEA699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C2BF5E2B-1BB5-0D60-357E-5755578FCFA6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864F741-07CE-4A96-FC51-DFE42E9241FF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D388A215-4C8E-71AC-7004-573F245D3D04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02B70CCF-F59D-F7DD-C590-8A1C93FE72E1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625B5E1C-B734-474A-1DC9-68E0D470B0ED}"/>
              </a:ext>
            </a:extLst>
          </p:cNvPr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70F5B85D-4EC8-9D13-D1D5-99D719D125BF}"/>
                </a:ext>
              </a:extLst>
            </p:cNvPr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6290A7D6-706C-61C7-F91D-E568B9983EF7}"/>
                </a:ext>
              </a:extLst>
            </p:cNvPr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489135DF-DD85-93BA-945B-13D819E2BAF2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4F4120BF-9BB6-4F26-50A1-B63C68F5C816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4DD67EE6-D22D-99D7-8482-C4D804F5571E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5" name="Group 15">
            <a:extLst>
              <a:ext uri="{FF2B5EF4-FFF2-40B4-BE49-F238E27FC236}">
                <a16:creationId xmlns:a16="http://schemas.microsoft.com/office/drawing/2014/main" id="{8148C7A1-1DAB-8773-1BE6-E3202C97A440}"/>
              </a:ext>
            </a:extLst>
          </p:cNvPr>
          <p:cNvGrpSpPr/>
          <p:nvPr/>
        </p:nvGrpSpPr>
        <p:grpSpPr>
          <a:xfrm>
            <a:off x="380907" y="2069710"/>
            <a:ext cx="6766828" cy="8073299"/>
            <a:chOff x="0" y="0"/>
            <a:chExt cx="2425078" cy="3148563"/>
          </a:xfrm>
        </p:grpSpPr>
        <p:sp>
          <p:nvSpPr>
            <p:cNvPr id="16" name="Freeform 16">
              <a:extLst>
                <a:ext uri="{FF2B5EF4-FFF2-40B4-BE49-F238E27FC236}">
                  <a16:creationId xmlns:a16="http://schemas.microsoft.com/office/drawing/2014/main" id="{C4380638-D142-5E3E-E148-FB95A0940DAC}"/>
                </a:ext>
              </a:extLst>
            </p:cNvPr>
            <p:cNvSpPr/>
            <p:nvPr/>
          </p:nvSpPr>
          <p:spPr>
            <a:xfrm>
              <a:off x="0" y="0"/>
              <a:ext cx="2425079" cy="3148563"/>
            </a:xfrm>
            <a:custGeom>
              <a:avLst/>
              <a:gdLst/>
              <a:ahLst/>
              <a:cxnLst/>
              <a:rect l="l" t="t" r="r" b="b"/>
              <a:pathLst>
                <a:path w="2425079" h="3148563">
                  <a:moveTo>
                    <a:pt x="22882" y="0"/>
                  </a:moveTo>
                  <a:lnTo>
                    <a:pt x="2402197" y="0"/>
                  </a:lnTo>
                  <a:cubicBezTo>
                    <a:pt x="2414834" y="0"/>
                    <a:pt x="2425079" y="10245"/>
                    <a:pt x="2425079" y="22882"/>
                  </a:cubicBezTo>
                  <a:lnTo>
                    <a:pt x="2425079" y="3125681"/>
                  </a:lnTo>
                  <a:cubicBezTo>
                    <a:pt x="2425079" y="3138318"/>
                    <a:pt x="2414834" y="3148563"/>
                    <a:pt x="2402197" y="3148563"/>
                  </a:cubicBezTo>
                  <a:lnTo>
                    <a:pt x="22882" y="3148563"/>
                  </a:lnTo>
                  <a:cubicBezTo>
                    <a:pt x="10245" y="3148563"/>
                    <a:pt x="0" y="3138318"/>
                    <a:pt x="0" y="3125681"/>
                  </a:cubicBezTo>
                  <a:lnTo>
                    <a:pt x="0" y="22882"/>
                  </a:lnTo>
                  <a:cubicBezTo>
                    <a:pt x="0" y="10245"/>
                    <a:pt x="10245" y="0"/>
                    <a:pt x="22882" y="0"/>
                  </a:cubicBezTo>
                  <a:close/>
                </a:path>
              </a:pathLst>
            </a:custGeom>
            <a:solidFill>
              <a:srgbClr val="FFFFFF"/>
            </a:solidFill>
            <a:ln w="19050" cap="sq">
              <a:solidFill>
                <a:srgbClr val="733EF6"/>
              </a:solidFill>
              <a:prstDash val="dash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7" name="TextBox 17">
              <a:extLst>
                <a:ext uri="{FF2B5EF4-FFF2-40B4-BE49-F238E27FC236}">
                  <a16:creationId xmlns:a16="http://schemas.microsoft.com/office/drawing/2014/main" id="{C38C61D7-3ECB-FF7E-1E26-48C6AB006CE9}"/>
                </a:ext>
              </a:extLst>
            </p:cNvPr>
            <p:cNvSpPr txBox="1"/>
            <p:nvPr/>
          </p:nvSpPr>
          <p:spPr>
            <a:xfrm>
              <a:off x="0" y="0"/>
              <a:ext cx="2425078" cy="314856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425"/>
                </a:lnSpc>
              </a:pPr>
              <a:endParaRPr lang="ca-ES" noProof="0" dirty="0"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6D117164-8C04-E197-D2C5-89B9760F4271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ca-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Creació de contrasenyes</a:t>
            </a:r>
          </a:p>
        </p:txBody>
      </p:sp>
      <p:sp>
        <p:nvSpPr>
          <p:cNvPr id="20" name="TextBox 14">
            <a:extLst>
              <a:ext uri="{FF2B5EF4-FFF2-40B4-BE49-F238E27FC236}">
                <a16:creationId xmlns:a16="http://schemas.microsoft.com/office/drawing/2014/main" id="{801AEE38-CEC5-7ED8-3342-E42F5140A57F}"/>
              </a:ext>
            </a:extLst>
          </p:cNvPr>
          <p:cNvSpPr txBox="1"/>
          <p:nvPr/>
        </p:nvSpPr>
        <p:spPr>
          <a:xfrm>
            <a:off x="746326" y="1261514"/>
            <a:ext cx="6226600" cy="6155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/>
            <a:r>
              <a:rPr lang="ca-ES" sz="2000" noProof="0" dirty="0">
                <a:solidFill>
                  <a:srgbClr val="000000"/>
                </a:solidFill>
                <a:latin typeface="Cocomat Pro"/>
                <a:ea typeface="Cocomat Pro"/>
                <a:cs typeface="Cocomat Pro"/>
                <a:sym typeface="Cocomat Pro"/>
              </a:rPr>
              <a:t>Feu una proposta de creació de contrasenya pel correu de l’institut: És prou segura? </a:t>
            </a:r>
          </a:p>
        </p:txBody>
      </p:sp>
    </p:spTree>
    <p:extLst>
      <p:ext uri="{BB962C8B-B14F-4D97-AF65-F5344CB8AC3E}">
        <p14:creationId xmlns:p14="http://schemas.microsoft.com/office/powerpoint/2010/main" val="751292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1CA00A-6488-B81D-B914-12C68BFCDC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01DC8039-6689-6E47-8690-06B860DF0B63}"/>
              </a:ext>
            </a:extLst>
          </p:cNvPr>
          <p:cNvGrpSpPr/>
          <p:nvPr/>
        </p:nvGrpSpPr>
        <p:grpSpPr>
          <a:xfrm>
            <a:off x="-1110319" y="0"/>
            <a:ext cx="9683327" cy="11177178"/>
            <a:chOff x="0" y="0"/>
            <a:chExt cx="12911103" cy="14902904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3E8C6CC-D0C8-6B00-E41E-A00D909FFA93}"/>
                </a:ext>
              </a:extLst>
            </p:cNvPr>
            <p:cNvSpPr/>
            <p:nvPr/>
          </p:nvSpPr>
          <p:spPr>
            <a:xfrm>
              <a:off x="1480425" y="0"/>
              <a:ext cx="5175226" cy="5182126"/>
            </a:xfrm>
            <a:custGeom>
              <a:avLst/>
              <a:gdLst/>
              <a:ahLst/>
              <a:cxnLst/>
              <a:rect l="l" t="t" r="r" b="b"/>
              <a:pathLst>
                <a:path w="5175226" h="5182126">
                  <a:moveTo>
                    <a:pt x="0" y="0"/>
                  </a:moveTo>
                  <a:lnTo>
                    <a:pt x="5175226" y="0"/>
                  </a:lnTo>
                  <a:lnTo>
                    <a:pt x="5175226" y="5182126"/>
                  </a:lnTo>
                  <a:lnTo>
                    <a:pt x="0" y="51821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4" name="Freeform 4">
              <a:extLst>
                <a:ext uri="{FF2B5EF4-FFF2-40B4-BE49-F238E27FC236}">
                  <a16:creationId xmlns:a16="http://schemas.microsoft.com/office/drawing/2014/main" id="{DB2833E9-4B14-C5D3-01D9-2897BC082310}"/>
                </a:ext>
              </a:extLst>
            </p:cNvPr>
            <p:cNvSpPr/>
            <p:nvPr/>
          </p:nvSpPr>
          <p:spPr>
            <a:xfrm>
              <a:off x="4246938" y="4905421"/>
              <a:ext cx="4265747" cy="4731101"/>
            </a:xfrm>
            <a:custGeom>
              <a:avLst/>
              <a:gdLst/>
              <a:ahLst/>
              <a:cxnLst/>
              <a:rect l="l" t="t" r="r" b="b"/>
              <a:pathLst>
                <a:path w="4265747" h="4731101">
                  <a:moveTo>
                    <a:pt x="0" y="0"/>
                  </a:moveTo>
                  <a:lnTo>
                    <a:pt x="4265747" y="0"/>
                  </a:lnTo>
                  <a:lnTo>
                    <a:pt x="4265747" y="4731101"/>
                  </a:lnTo>
                  <a:lnTo>
                    <a:pt x="0" y="473110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5" name="Freeform 5">
              <a:extLst>
                <a:ext uri="{FF2B5EF4-FFF2-40B4-BE49-F238E27FC236}">
                  <a16:creationId xmlns:a16="http://schemas.microsoft.com/office/drawing/2014/main" id="{491E1CD9-124E-5DC1-EB03-E524220BCBB0}"/>
                </a:ext>
              </a:extLst>
            </p:cNvPr>
            <p:cNvSpPr/>
            <p:nvPr/>
          </p:nvSpPr>
          <p:spPr>
            <a:xfrm>
              <a:off x="0" y="8194373"/>
              <a:ext cx="4976850" cy="4918495"/>
            </a:xfrm>
            <a:custGeom>
              <a:avLst/>
              <a:gdLst/>
              <a:ahLst/>
              <a:cxnLst/>
              <a:rect l="l" t="t" r="r" b="b"/>
              <a:pathLst>
                <a:path w="4976850" h="4918495">
                  <a:moveTo>
                    <a:pt x="0" y="0"/>
                  </a:moveTo>
                  <a:lnTo>
                    <a:pt x="4976850" y="0"/>
                  </a:lnTo>
                  <a:lnTo>
                    <a:pt x="4976850" y="4918495"/>
                  </a:lnTo>
                  <a:lnTo>
                    <a:pt x="0" y="491849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3B4D39DE-A450-6EBF-6C9A-FC31116D04AB}"/>
                </a:ext>
              </a:extLst>
            </p:cNvPr>
            <p:cNvSpPr/>
            <p:nvPr/>
          </p:nvSpPr>
          <p:spPr>
            <a:xfrm>
              <a:off x="5268750" y="10177577"/>
              <a:ext cx="6742115" cy="4725326"/>
            </a:xfrm>
            <a:custGeom>
              <a:avLst/>
              <a:gdLst/>
              <a:ahLst/>
              <a:cxnLst/>
              <a:rect l="l" t="t" r="r" b="b"/>
              <a:pathLst>
                <a:path w="6742115" h="4725326">
                  <a:moveTo>
                    <a:pt x="0" y="0"/>
                  </a:moveTo>
                  <a:lnTo>
                    <a:pt x="6742115" y="0"/>
                  </a:lnTo>
                  <a:lnTo>
                    <a:pt x="6742115" y="4725327"/>
                  </a:lnTo>
                  <a:lnTo>
                    <a:pt x="0" y="472532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7" name="Freeform 7">
              <a:extLst>
                <a:ext uri="{FF2B5EF4-FFF2-40B4-BE49-F238E27FC236}">
                  <a16:creationId xmlns:a16="http://schemas.microsoft.com/office/drawing/2014/main" id="{BAD6B038-8C96-6681-3E28-E130722E4652}"/>
                </a:ext>
              </a:extLst>
            </p:cNvPr>
            <p:cNvSpPr/>
            <p:nvPr/>
          </p:nvSpPr>
          <p:spPr>
            <a:xfrm>
              <a:off x="7731285" y="7270971"/>
              <a:ext cx="5179818" cy="5186697"/>
            </a:xfrm>
            <a:custGeom>
              <a:avLst/>
              <a:gdLst/>
              <a:ahLst/>
              <a:cxnLst/>
              <a:rect l="l" t="t" r="r" b="b"/>
              <a:pathLst>
                <a:path w="5179818" h="5186697">
                  <a:moveTo>
                    <a:pt x="0" y="0"/>
                  </a:moveTo>
                  <a:lnTo>
                    <a:pt x="5179818" y="0"/>
                  </a:lnTo>
                  <a:lnTo>
                    <a:pt x="5179818" y="5186697"/>
                  </a:lnTo>
                  <a:lnTo>
                    <a:pt x="0" y="51866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8" name="Freeform 8">
              <a:extLst>
                <a:ext uri="{FF2B5EF4-FFF2-40B4-BE49-F238E27FC236}">
                  <a16:creationId xmlns:a16="http://schemas.microsoft.com/office/drawing/2014/main" id="{7CFDB6C7-C02E-D9A9-E446-3DAC3D24797D}"/>
                </a:ext>
              </a:extLst>
            </p:cNvPr>
            <p:cNvSpPr/>
            <p:nvPr/>
          </p:nvSpPr>
          <p:spPr>
            <a:xfrm>
              <a:off x="6880871" y="733854"/>
              <a:ext cx="4448272" cy="4448272"/>
            </a:xfrm>
            <a:custGeom>
              <a:avLst/>
              <a:gdLst/>
              <a:ahLst/>
              <a:cxnLst/>
              <a:rect l="l" t="t" r="r" b="b"/>
              <a:pathLst>
                <a:path w="4448272" h="4448272">
                  <a:moveTo>
                    <a:pt x="0" y="0"/>
                  </a:moveTo>
                  <a:lnTo>
                    <a:pt x="4448271" y="0"/>
                  </a:lnTo>
                  <a:lnTo>
                    <a:pt x="4448271" y="4448272"/>
                  </a:lnTo>
                  <a:lnTo>
                    <a:pt x="0" y="44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>
                <a:alphaModFix amt="6999"/>
              </a:blip>
              <a:stretch>
                <a:fillRect/>
              </a:stretch>
            </a:blipFill>
          </p:spPr>
          <p:txBody>
            <a:bodyPr/>
            <a:lstStyle/>
            <a:p>
              <a:endParaRPr lang="ca-ES" noProof="0" dirty="0"/>
            </a:p>
          </p:txBody>
        </p:sp>
      </p:grpSp>
      <p:grpSp>
        <p:nvGrpSpPr>
          <p:cNvPr id="9" name="Group 9">
            <a:extLst>
              <a:ext uri="{FF2B5EF4-FFF2-40B4-BE49-F238E27FC236}">
                <a16:creationId xmlns:a16="http://schemas.microsoft.com/office/drawing/2014/main" id="{0075A31B-495C-D23D-845B-F54272A8806F}"/>
              </a:ext>
            </a:extLst>
          </p:cNvPr>
          <p:cNvGrpSpPr/>
          <p:nvPr/>
        </p:nvGrpSpPr>
        <p:grpSpPr>
          <a:xfrm>
            <a:off x="0" y="0"/>
            <a:ext cx="7560000" cy="1144694"/>
            <a:chOff x="0" y="0"/>
            <a:chExt cx="2709333" cy="410232"/>
          </a:xfrm>
        </p:grpSpPr>
        <p:sp>
          <p:nvSpPr>
            <p:cNvPr id="10" name="Freeform 10">
              <a:extLst>
                <a:ext uri="{FF2B5EF4-FFF2-40B4-BE49-F238E27FC236}">
                  <a16:creationId xmlns:a16="http://schemas.microsoft.com/office/drawing/2014/main" id="{FEDC66A8-5F5D-25BB-E6DE-4B3760DA9B9F}"/>
                </a:ext>
              </a:extLst>
            </p:cNvPr>
            <p:cNvSpPr/>
            <p:nvPr/>
          </p:nvSpPr>
          <p:spPr>
            <a:xfrm>
              <a:off x="0" y="0"/>
              <a:ext cx="2709333" cy="410232"/>
            </a:xfrm>
            <a:custGeom>
              <a:avLst/>
              <a:gdLst/>
              <a:ahLst/>
              <a:cxnLst/>
              <a:rect l="l" t="t" r="r" b="b"/>
              <a:pathLst>
                <a:path w="2709333" h="410232">
                  <a:moveTo>
                    <a:pt x="0" y="0"/>
                  </a:moveTo>
                  <a:lnTo>
                    <a:pt x="2709333" y="0"/>
                  </a:lnTo>
                  <a:lnTo>
                    <a:pt x="2709333" y="410232"/>
                  </a:lnTo>
                  <a:lnTo>
                    <a:pt x="0" y="410232"/>
                  </a:lnTo>
                  <a:close/>
                </a:path>
              </a:pathLst>
            </a:custGeom>
            <a:solidFill>
              <a:srgbClr val="FFFFFF">
                <a:alpha val="17647"/>
              </a:srgbClr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1" name="TextBox 11">
              <a:extLst>
                <a:ext uri="{FF2B5EF4-FFF2-40B4-BE49-F238E27FC236}">
                  <a16:creationId xmlns:a16="http://schemas.microsoft.com/office/drawing/2014/main" id="{D5379536-8E4E-49AE-87DD-CFA5A44A4901}"/>
                </a:ext>
              </a:extLst>
            </p:cNvPr>
            <p:cNvSpPr txBox="1"/>
            <p:nvPr/>
          </p:nvSpPr>
          <p:spPr>
            <a:xfrm>
              <a:off x="0" y="-47625"/>
              <a:ext cx="2709333" cy="457857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grpSp>
        <p:nvGrpSpPr>
          <p:cNvPr id="12" name="Group 12">
            <a:extLst>
              <a:ext uri="{FF2B5EF4-FFF2-40B4-BE49-F238E27FC236}">
                <a16:creationId xmlns:a16="http://schemas.microsoft.com/office/drawing/2014/main" id="{36A775DA-E197-4BDE-92F8-604A9F9A220C}"/>
              </a:ext>
            </a:extLst>
          </p:cNvPr>
          <p:cNvGrpSpPr/>
          <p:nvPr/>
        </p:nvGrpSpPr>
        <p:grpSpPr>
          <a:xfrm>
            <a:off x="0" y="1092857"/>
            <a:ext cx="7560000" cy="47625"/>
            <a:chOff x="0" y="0"/>
            <a:chExt cx="2709333" cy="17068"/>
          </a:xfrm>
        </p:grpSpPr>
        <p:sp>
          <p:nvSpPr>
            <p:cNvPr id="13" name="Freeform 13">
              <a:extLst>
                <a:ext uri="{FF2B5EF4-FFF2-40B4-BE49-F238E27FC236}">
                  <a16:creationId xmlns:a16="http://schemas.microsoft.com/office/drawing/2014/main" id="{2A669FD6-086D-42FC-54FF-47A3E8326214}"/>
                </a:ext>
              </a:extLst>
            </p:cNvPr>
            <p:cNvSpPr/>
            <p:nvPr/>
          </p:nvSpPr>
          <p:spPr>
            <a:xfrm>
              <a:off x="0" y="0"/>
              <a:ext cx="2709333" cy="17068"/>
            </a:xfrm>
            <a:custGeom>
              <a:avLst/>
              <a:gdLst/>
              <a:ahLst/>
              <a:cxnLst/>
              <a:rect l="l" t="t" r="r" b="b"/>
              <a:pathLst>
                <a:path w="2709333" h="17068">
                  <a:moveTo>
                    <a:pt x="0" y="0"/>
                  </a:moveTo>
                  <a:lnTo>
                    <a:pt x="2709333" y="0"/>
                  </a:lnTo>
                  <a:lnTo>
                    <a:pt x="2709333" y="17068"/>
                  </a:lnTo>
                  <a:lnTo>
                    <a:pt x="0" y="17068"/>
                  </a:lnTo>
                  <a:close/>
                </a:path>
              </a:pathLst>
            </a:custGeom>
            <a:solidFill>
              <a:srgbClr val="733EF6"/>
            </a:soli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ca-ES" noProof="0" dirty="0"/>
            </a:p>
          </p:txBody>
        </p:sp>
        <p:sp>
          <p:nvSpPr>
            <p:cNvPr id="14" name="TextBox 14">
              <a:extLst>
                <a:ext uri="{FF2B5EF4-FFF2-40B4-BE49-F238E27FC236}">
                  <a16:creationId xmlns:a16="http://schemas.microsoft.com/office/drawing/2014/main" id="{572AE04F-30B1-5A2F-9ED8-6AA7FE5ABE75}"/>
                </a:ext>
              </a:extLst>
            </p:cNvPr>
            <p:cNvSpPr txBox="1"/>
            <p:nvPr/>
          </p:nvSpPr>
          <p:spPr>
            <a:xfrm>
              <a:off x="0" y="-47625"/>
              <a:ext cx="2709333" cy="6469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60"/>
                </a:lnSpc>
              </a:pPr>
              <a:endParaRPr lang="ca-ES" noProof="0" dirty="0"/>
            </a:p>
          </p:txBody>
        </p:sp>
      </p:grpSp>
      <p:sp>
        <p:nvSpPr>
          <p:cNvPr id="18" name="TextBox 18">
            <a:extLst>
              <a:ext uri="{FF2B5EF4-FFF2-40B4-BE49-F238E27FC236}">
                <a16:creationId xmlns:a16="http://schemas.microsoft.com/office/drawing/2014/main" id="{36FCF92C-63DB-93ED-CD06-7D33E5FB3897}"/>
              </a:ext>
            </a:extLst>
          </p:cNvPr>
          <p:cNvSpPr txBox="1"/>
          <p:nvPr/>
        </p:nvSpPr>
        <p:spPr>
          <a:xfrm>
            <a:off x="338289" y="221392"/>
            <a:ext cx="6883423" cy="84638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599"/>
              </a:lnSpc>
            </a:pPr>
            <a:r>
              <a:rPr lang="ca-ES" sz="5499" noProof="0" dirty="0">
                <a:solidFill>
                  <a:srgbClr val="733EF6"/>
                </a:solidFill>
                <a:latin typeface="Buffalo"/>
                <a:ea typeface="Buffalo"/>
                <a:cs typeface="Buffalo"/>
                <a:sym typeface="Buffalo"/>
              </a:rPr>
              <a:t>Rúbrica d avaluació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79CE0C-3FF6-0250-D3F9-70ADD509C8AE}"/>
              </a:ext>
            </a:extLst>
          </p:cNvPr>
          <p:cNvSpPr txBox="1"/>
          <p:nvPr/>
        </p:nvSpPr>
        <p:spPr>
          <a:xfrm>
            <a:off x="3702050" y="88900"/>
            <a:ext cx="685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ca-ES" sz="4000" noProof="0" dirty="0">
                <a:solidFill>
                  <a:srgbClr val="733EF6"/>
                </a:solidFill>
              </a:rPr>
              <a:t>‘</a:t>
            </a:r>
            <a:endParaRPr lang="ca-ES" noProof="0" dirty="0">
              <a:solidFill>
                <a:srgbClr val="733EF6"/>
              </a:solidFill>
            </a:endParaRPr>
          </a:p>
        </p:txBody>
      </p:sp>
      <p:graphicFrame>
        <p:nvGraphicFramePr>
          <p:cNvPr id="22" name="Table 21">
            <a:extLst>
              <a:ext uri="{FF2B5EF4-FFF2-40B4-BE49-F238E27FC236}">
                <a16:creationId xmlns:a16="http://schemas.microsoft.com/office/drawing/2014/main" id="{122C398A-54E7-C8D0-A32D-61CC4F3C67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397328"/>
              </p:ext>
            </p:extLst>
          </p:nvPr>
        </p:nvGraphicFramePr>
        <p:xfrm>
          <a:off x="679756" y="1456477"/>
          <a:ext cx="5994094" cy="7239090"/>
        </p:xfrm>
        <a:graphic>
          <a:graphicData uri="http://schemas.openxmlformats.org/drawingml/2006/table">
            <a:tbl>
              <a:tblPr/>
              <a:tblGrid>
                <a:gridCol w="964894">
                  <a:extLst>
                    <a:ext uri="{9D8B030D-6E8A-4147-A177-3AD203B41FA5}">
                      <a16:colId xmlns:a16="http://schemas.microsoft.com/office/drawing/2014/main" val="3680232699"/>
                    </a:ext>
                  </a:extLst>
                </a:gridCol>
                <a:gridCol w="5029200">
                  <a:extLst>
                    <a:ext uri="{9D8B030D-6E8A-4147-A177-3AD203B41FA5}">
                      <a16:colId xmlns:a16="http://schemas.microsoft.com/office/drawing/2014/main" val="2589697955"/>
                    </a:ext>
                  </a:extLst>
                </a:gridCol>
              </a:tblGrid>
              <a:tr h="259080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Aspecte a revisar</a:t>
                      </a:r>
                      <a:endParaRPr lang="ca-ES" sz="1500" noProof="0" dirty="0"/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>
                        <a:buFont typeface="Arial" panose="020B0604020202020204" pitchFamily="34" charset="0"/>
                        <a:buNone/>
                      </a:pPr>
                      <a:r>
                        <a:rPr lang="ca-ES" sz="1500" b="1" noProof="0" dirty="0"/>
                        <a:t>Què has de fer?</a:t>
                      </a:r>
                      <a:endParaRPr lang="ca-ES" sz="1500" noProof="0" dirty="0"/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0959512"/>
                  </a:ext>
                </a:extLst>
              </a:tr>
              <a:tr h="1623819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1. Anàlisi i interpretació de dades</a:t>
                      </a:r>
                      <a:endParaRPr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Entenc bé les restriccions i característiques de cada sistema.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Aplico diferents estratègies per comptar correctament.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Reviso si hi ha informació addicional que pugui afectar els càlculs.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M'asseguro d'entendre els criteris específics de cada cadenat (majúscules, números, longitud, etc.).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489592"/>
                  </a:ext>
                </a:extLst>
              </a:tr>
              <a:tr h="1623819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2. Modelització matemàtica</a:t>
                      </a:r>
                      <a:endParaRPr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Creo models matemàtics clars i justifico les meves decisions de manera raonada.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Identifico quin tipus de càlcul s'ajusta millor a cada situació (combinacions, permutacions, producte d'opcions, etc.).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Verifico si el model reflecteix correctament les condicions del problema.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28203825"/>
                  </a:ext>
                </a:extLst>
              </a:tr>
              <a:tr h="1428856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3. Argumentació i verificació</a:t>
                      </a:r>
                      <a:endParaRPr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Explico per què la meva resposta és correcta i proposo altres preguntes o reptes.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Justifico els passos que segueixo amb explicacions clares i lògiques.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Reviso i verifico els resultats per assegurar-me que no hi ha errors.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Reflexiono si hi ha altres formes de resoldre el problema.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22975313"/>
                  </a:ext>
                </a:extLst>
              </a:tr>
              <a:tr h="1818781">
                <a:tc>
                  <a:txBody>
                    <a:bodyPr/>
                    <a:lstStyle/>
                    <a:p>
                      <a:pPr algn="ctr"/>
                      <a:r>
                        <a:rPr lang="ca-ES" sz="1500" b="1" noProof="0" dirty="0"/>
                        <a:t>4. Comunicació matemàtica</a:t>
                      </a:r>
                      <a:endParaRPr lang="ca-ES" sz="1500" noProof="0" dirty="0"/>
                    </a:p>
                  </a:txBody>
                  <a:tcPr marL="35085" marR="35085" marT="17542" marB="17542" vert="vert270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Explico amb claredat els passos que segueixo i utilitzo un llenguatge matemàtic adequat.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Escric de manera clara i ordenada, perquè altres puguin entendre el meu raonament.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Utilitzo esquemes, taules o diagrames si m'ajuden a explicar millor el procés. </a:t>
                      </a:r>
                    </a:p>
                    <a:p>
                      <a:pPr marL="285750" indent="-285750">
                        <a:buFont typeface="Arial" panose="020B0604020202020204" pitchFamily="34" charset="0"/>
                        <a:buChar char="•"/>
                      </a:pPr>
                      <a:r>
                        <a:rPr lang="ca-ES" sz="1500" noProof="0" dirty="0"/>
                        <a:t>Reviso si les meves explicacions són coherents amb els càlculs que he fet.</a:t>
                      </a:r>
                    </a:p>
                  </a:txBody>
                  <a:tcPr marL="35085" marR="35085" marT="17542" marB="17542" anchor="ctr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dot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522418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2342472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73</TotalTime>
  <Words>452</Words>
  <Application>Microsoft Office PowerPoint</Application>
  <PresentationFormat>Custom</PresentationFormat>
  <Paragraphs>43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5" baseType="lpstr">
      <vt:lpstr>Nefelibata Script</vt:lpstr>
      <vt:lpstr>Calibri</vt:lpstr>
      <vt:lpstr>Garet Light</vt:lpstr>
      <vt:lpstr>White Star</vt:lpstr>
      <vt:lpstr>Cocomat Pro</vt:lpstr>
      <vt:lpstr>Arial</vt:lpstr>
      <vt:lpstr>Avenir</vt:lpstr>
      <vt:lpstr>Buffalo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Dossier de treball - Santa Anna</dc:title>
  <dc:creator>Susana Vásquez</dc:creator>
  <cp:lastModifiedBy>Susana Vásquez</cp:lastModifiedBy>
  <cp:revision>2</cp:revision>
  <dcterms:created xsi:type="dcterms:W3CDTF">2006-08-16T00:00:00Z</dcterms:created>
  <dcterms:modified xsi:type="dcterms:W3CDTF">2025-02-24T18:00:24Z</dcterms:modified>
  <dc:identifier>DAGDoTuXk8E</dc:identifier>
</cp:coreProperties>
</file>