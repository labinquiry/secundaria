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4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9144000" cy="6858000" type="screen4x3"/>
  <p:notesSz cx="7099300" cy="10234613"/>
  <p:embeddedFontLst>
    <p:embeddedFont>
      <p:font typeface="Century Gothic" panose="020B0502020202020204" pitchFamily="34" charset="0"/>
      <p:regular r:id="rId8"/>
      <p:bold r:id="rId9"/>
      <p:italic r:id="rId10"/>
      <p:boldItalic r:id="rId1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224">
          <p15:clr>
            <a:srgbClr val="A4A3A4"/>
          </p15:clr>
        </p15:guide>
        <p15:guide id="2" pos="2236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50343"/>
    <a:srgbClr val="E3D8FD"/>
    <a:srgbClr val="440BD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CE7BBE8-D435-4282-AE27-961E2E907D41}" v="1" dt="2025-10-16T17:20:56.88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1" d="100"/>
          <a:sy n="101" d="100"/>
        </p:scale>
        <p:origin x="1836" y="10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100" d="100"/>
          <a:sy n="100" d="100"/>
        </p:scale>
        <p:origin x="0" y="0"/>
      </p:cViewPr>
      <p:guideLst>
        <p:guide orient="horz" pos="3224"/>
        <p:guide pos="2236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1.fntdata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4.fntdata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font" Target="fonts/font3.fntdata"/><Relationship Id="rId4" Type="http://schemas.openxmlformats.org/officeDocument/2006/relationships/slide" Target="slides/slide3.xml"/><Relationship Id="rId9" Type="http://schemas.openxmlformats.org/officeDocument/2006/relationships/font" Target="fonts/font2.fntdata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usana Vásquez" userId="dffc548e-2323-4ffc-a8aa-757e426c1faa" providerId="ADAL" clId="{7C6D53C4-A734-4D7D-8378-8004A93D69CB}"/>
    <pc:docChg chg="undo custSel addSld delSld modSld">
      <pc:chgData name="Susana Vásquez" userId="dffc548e-2323-4ffc-a8aa-757e426c1faa" providerId="ADAL" clId="{7C6D53C4-A734-4D7D-8378-8004A93D69CB}" dt="2025-01-18T14:33:05.270" v="2206"/>
      <pc:docMkLst>
        <pc:docMk/>
      </pc:docMkLst>
      <pc:sldChg chg="modSp mod">
        <pc:chgData name="Susana Vásquez" userId="dffc548e-2323-4ffc-a8aa-757e426c1faa" providerId="ADAL" clId="{7C6D53C4-A734-4D7D-8378-8004A93D69CB}" dt="2025-01-18T08:04:41.913" v="829" actId="790"/>
        <pc:sldMkLst>
          <pc:docMk/>
          <pc:sldMk cId="0" sldId="256"/>
        </pc:sldMkLst>
      </pc:sldChg>
      <pc:sldChg chg="addSp delSp modSp mod">
        <pc:chgData name="Susana Vásquez" userId="dffc548e-2323-4ffc-a8aa-757e426c1faa" providerId="ADAL" clId="{7C6D53C4-A734-4D7D-8378-8004A93D69CB}" dt="2025-01-18T08:33:44.642" v="1583" actId="1076"/>
        <pc:sldMkLst>
          <pc:docMk/>
          <pc:sldMk cId="0" sldId="257"/>
        </pc:sldMkLst>
      </pc:sldChg>
      <pc:sldChg chg="addSp delSp modSp mod">
        <pc:chgData name="Susana Vásquez" userId="dffc548e-2323-4ffc-a8aa-757e426c1faa" providerId="ADAL" clId="{7C6D53C4-A734-4D7D-8378-8004A93D69CB}" dt="2025-01-18T14:33:05.270" v="2206"/>
        <pc:sldMkLst>
          <pc:docMk/>
          <pc:sldMk cId="0" sldId="258"/>
        </pc:sldMkLst>
      </pc:sldChg>
      <pc:sldChg chg="modSp del mod">
        <pc:chgData name="Susana Vásquez" userId="dffc548e-2323-4ffc-a8aa-757e426c1faa" providerId="ADAL" clId="{7C6D53C4-A734-4D7D-8378-8004A93D69CB}" dt="2025-01-18T08:06:41.261" v="993" actId="47"/>
        <pc:sldMkLst>
          <pc:docMk/>
          <pc:sldMk cId="0" sldId="259"/>
        </pc:sldMkLst>
      </pc:sldChg>
      <pc:sldChg chg="addSp delSp modSp add mod">
        <pc:chgData name="Susana Vásquez" userId="dffc548e-2323-4ffc-a8aa-757e426c1faa" providerId="ADAL" clId="{7C6D53C4-A734-4D7D-8378-8004A93D69CB}" dt="2025-01-18T14:25:36.721" v="2180" actId="20577"/>
        <pc:sldMkLst>
          <pc:docMk/>
          <pc:sldMk cId="1679887425" sldId="259"/>
        </pc:sldMkLst>
      </pc:sldChg>
      <pc:sldChg chg="modSp del mod">
        <pc:chgData name="Susana Vásquez" userId="dffc548e-2323-4ffc-a8aa-757e426c1faa" providerId="ADAL" clId="{7C6D53C4-A734-4D7D-8378-8004A93D69CB}" dt="2025-01-18T08:06:41.261" v="993" actId="47"/>
        <pc:sldMkLst>
          <pc:docMk/>
          <pc:sldMk cId="0" sldId="260"/>
        </pc:sldMkLst>
      </pc:sldChg>
      <pc:sldChg chg="addSp delSp modSp add mod">
        <pc:chgData name="Susana Vásquez" userId="dffc548e-2323-4ffc-a8aa-757e426c1faa" providerId="ADAL" clId="{7C6D53C4-A734-4D7D-8378-8004A93D69CB}" dt="2025-01-18T08:41:29.284" v="1730" actId="14100"/>
        <pc:sldMkLst>
          <pc:docMk/>
          <pc:sldMk cId="1139963010" sldId="260"/>
        </pc:sldMkLst>
      </pc:sldChg>
      <pc:sldChg chg="modSp del mod">
        <pc:chgData name="Susana Vásquez" userId="dffc548e-2323-4ffc-a8aa-757e426c1faa" providerId="ADAL" clId="{7C6D53C4-A734-4D7D-8378-8004A93D69CB}" dt="2025-01-18T08:06:41.261" v="993" actId="47"/>
        <pc:sldMkLst>
          <pc:docMk/>
          <pc:sldMk cId="0" sldId="261"/>
        </pc:sldMkLst>
      </pc:sldChg>
    </pc:docChg>
  </pc:docChgLst>
  <pc:docChgLst>
    <pc:chgData name="Susana Vasquez Elias" userId="e776416f-e583-4d77-b224-146689d50a03" providerId="ADAL" clId="{3C100498-C411-419B-B5E6-C2EF21CD595F}"/>
    <pc:docChg chg="modSld">
      <pc:chgData name="Susana Vasquez Elias" userId="e776416f-e583-4d77-b224-146689d50a03" providerId="ADAL" clId="{3C100498-C411-419B-B5E6-C2EF21CD595F}" dt="2025-10-16T17:21:00.382" v="1" actId="1076"/>
      <pc:docMkLst>
        <pc:docMk/>
      </pc:docMkLst>
      <pc:sldChg chg="addSp modSp mod">
        <pc:chgData name="Susana Vasquez Elias" userId="e776416f-e583-4d77-b224-146689d50a03" providerId="ADAL" clId="{3C100498-C411-419B-B5E6-C2EF21CD595F}" dt="2025-10-16T17:21:00.382" v="1" actId="1076"/>
        <pc:sldMkLst>
          <pc:docMk/>
          <pc:sldMk cId="0" sldId="256"/>
        </pc:sldMkLst>
        <pc:picChg chg="add mod">
          <ac:chgData name="Susana Vasquez Elias" userId="e776416f-e583-4d77-b224-146689d50a03" providerId="ADAL" clId="{3C100498-C411-419B-B5E6-C2EF21CD595F}" dt="2025-10-16T17:21:00.382" v="1" actId="1076"/>
          <ac:picMkLst>
            <pc:docMk/>
            <pc:sldMk cId="0" sldId="256"/>
            <ac:picMk id="2" creationId="{2ADF4236-C311-988C-1EAF-F33444BF8989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1" y="0"/>
            <a:ext cx="3076363" cy="5117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4750" tIns="47375" rIns="94750" bIns="47375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4021295" y="0"/>
            <a:ext cx="3076363" cy="5117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4750" tIns="47375" rIns="94750" bIns="47375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992188" y="768350"/>
            <a:ext cx="5114925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709931" y="4861442"/>
            <a:ext cx="5679440" cy="46055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4750" tIns="47375" rIns="94750" bIns="47375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1" y="9721106"/>
            <a:ext cx="3076363" cy="5117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4750" tIns="47375" rIns="94750" bIns="47375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4021295" y="9721106"/>
            <a:ext cx="3076363" cy="5117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4750" tIns="47375" rIns="94750" bIns="47375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-E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8350"/>
            <a:ext cx="5114925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2" name="Google Shape;72;p1:notes"/>
          <p:cNvSpPr txBox="1">
            <a:spLocks noGrp="1"/>
          </p:cNvSpPr>
          <p:nvPr>
            <p:ph type="body" idx="1"/>
          </p:nvPr>
        </p:nvSpPr>
        <p:spPr>
          <a:xfrm>
            <a:off x="709931" y="4861442"/>
            <a:ext cx="5679440" cy="46055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4750" tIns="47375" rIns="94750" bIns="4737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73" name="Google Shape;73;p1:notes"/>
          <p:cNvSpPr txBox="1">
            <a:spLocks noGrp="1"/>
          </p:cNvSpPr>
          <p:nvPr>
            <p:ph type="sldNum" idx="12"/>
          </p:nvPr>
        </p:nvSpPr>
        <p:spPr>
          <a:xfrm>
            <a:off x="4021295" y="9721106"/>
            <a:ext cx="3076363" cy="5117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4750" tIns="47375" rIns="94750" bIns="4737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-ES"/>
              <a:t>1</a:t>
            </a:fld>
            <a:endParaRPr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2:notes"/>
          <p:cNvSpPr txBox="1">
            <a:spLocks noGrp="1"/>
          </p:cNvSpPr>
          <p:nvPr>
            <p:ph type="body" idx="1"/>
          </p:nvPr>
        </p:nvSpPr>
        <p:spPr>
          <a:xfrm>
            <a:off x="709931" y="4861442"/>
            <a:ext cx="5679440" cy="4605576"/>
          </a:xfrm>
          <a:prstGeom prst="rect">
            <a:avLst/>
          </a:prstGeom>
        </p:spPr>
        <p:txBody>
          <a:bodyPr spcFirstLastPara="1" wrap="square" lIns="94750" tIns="47375" rIns="94750" bIns="4737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0" name="Google Shape;8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8350"/>
            <a:ext cx="5114925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3:notes"/>
          <p:cNvSpPr txBox="1">
            <a:spLocks noGrp="1"/>
          </p:cNvSpPr>
          <p:nvPr>
            <p:ph type="body" idx="1"/>
          </p:nvPr>
        </p:nvSpPr>
        <p:spPr>
          <a:xfrm>
            <a:off x="709931" y="4861442"/>
            <a:ext cx="5679440" cy="4605576"/>
          </a:xfrm>
          <a:prstGeom prst="rect">
            <a:avLst/>
          </a:prstGeom>
        </p:spPr>
        <p:txBody>
          <a:bodyPr spcFirstLastPara="1" wrap="square" lIns="94750" tIns="47375" rIns="94750" bIns="4737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" name="Google Shape;86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8350"/>
            <a:ext cx="5114925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>
          <a:extLst>
            <a:ext uri="{FF2B5EF4-FFF2-40B4-BE49-F238E27FC236}">
              <a16:creationId xmlns:a16="http://schemas.microsoft.com/office/drawing/2014/main" id="{016C296D-3B14-AB0C-9037-A791AE8E62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3:notes">
            <a:extLst>
              <a:ext uri="{FF2B5EF4-FFF2-40B4-BE49-F238E27FC236}">
                <a16:creationId xmlns:a16="http://schemas.microsoft.com/office/drawing/2014/main" id="{E0843987-C414-8CC7-DCED-484615546E9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09931" y="4861442"/>
            <a:ext cx="5679440" cy="4605576"/>
          </a:xfrm>
          <a:prstGeom prst="rect">
            <a:avLst/>
          </a:prstGeom>
        </p:spPr>
        <p:txBody>
          <a:bodyPr spcFirstLastPara="1" wrap="square" lIns="94750" tIns="47375" rIns="94750" bIns="4737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" name="Google Shape;86;p3:notes">
            <a:extLst>
              <a:ext uri="{FF2B5EF4-FFF2-40B4-BE49-F238E27FC236}">
                <a16:creationId xmlns:a16="http://schemas.microsoft.com/office/drawing/2014/main" id="{38E7B499-239D-D397-9C98-1D14FB4F89B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8350"/>
            <a:ext cx="5114925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27189668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>
          <a:extLst>
            <a:ext uri="{FF2B5EF4-FFF2-40B4-BE49-F238E27FC236}">
              <a16:creationId xmlns:a16="http://schemas.microsoft.com/office/drawing/2014/main" id="{7F9E0CBD-0791-05F9-A09D-7A566B92B9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3:notes">
            <a:extLst>
              <a:ext uri="{FF2B5EF4-FFF2-40B4-BE49-F238E27FC236}">
                <a16:creationId xmlns:a16="http://schemas.microsoft.com/office/drawing/2014/main" id="{C08A222F-1B3A-169E-FB0E-37A544DC626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09931" y="4861442"/>
            <a:ext cx="5679440" cy="4605576"/>
          </a:xfrm>
          <a:prstGeom prst="rect">
            <a:avLst/>
          </a:prstGeom>
        </p:spPr>
        <p:txBody>
          <a:bodyPr spcFirstLastPara="1" wrap="square" lIns="94750" tIns="47375" rIns="94750" bIns="4737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" name="Google Shape;86;p3:notes">
            <a:extLst>
              <a:ext uri="{FF2B5EF4-FFF2-40B4-BE49-F238E27FC236}">
                <a16:creationId xmlns:a16="http://schemas.microsoft.com/office/drawing/2014/main" id="{9F2EF6F9-FE9A-2B4E-1C58-D9EEF08D953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8350"/>
            <a:ext cx="5114925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8836373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Layouts/_rels/slideLayout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3.png"/><Relationship Id="rId7" Type="http://schemas.openxmlformats.org/officeDocument/2006/relationships/image" Target="../media/image6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2.png"/><Relationship Id="rId5" Type="http://schemas.openxmlformats.org/officeDocument/2006/relationships/image" Target="../media/image1.png"/><Relationship Id="rId4" Type="http://schemas.openxmlformats.org/officeDocument/2006/relationships/image" Target="../media/image5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8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9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3.png"/><Relationship Id="rId5" Type="http://schemas.openxmlformats.org/officeDocument/2006/relationships/image" Target="../media/image4.png"/><Relationship Id="rId4" Type="http://schemas.openxmlformats.org/officeDocument/2006/relationships/image" Target="../media/image10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>
  <p:cSld name="Title Slide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2"/>
          <p:cNvSpPr/>
          <p:nvPr/>
        </p:nvSpPr>
        <p:spPr>
          <a:xfrm>
            <a:off x="1795269" y="268288"/>
            <a:ext cx="7061395" cy="909694"/>
          </a:xfrm>
          <a:prstGeom prst="rect">
            <a:avLst/>
          </a:prstGeom>
          <a:solidFill>
            <a:srgbClr val="7030A0">
              <a:alpha val="9803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5" name="Google Shape;15;p2"/>
          <p:cNvSpPr txBox="1">
            <a:spLocks noGrp="1"/>
          </p:cNvSpPr>
          <p:nvPr>
            <p:ph type="ctrTitle"/>
          </p:nvPr>
        </p:nvSpPr>
        <p:spPr>
          <a:xfrm>
            <a:off x="1794838" y="1617740"/>
            <a:ext cx="7061395" cy="27832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7030A0"/>
              </a:buClr>
              <a:buSzPts val="3000"/>
              <a:buFont typeface="Arial"/>
              <a:buNone/>
              <a:defRPr sz="3000">
                <a:solidFill>
                  <a:srgbClr val="7030A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2"/>
          <p:cNvSpPr txBox="1">
            <a:spLocks noGrp="1"/>
          </p:cNvSpPr>
          <p:nvPr>
            <p:ph type="subTitle" idx="1"/>
          </p:nvPr>
        </p:nvSpPr>
        <p:spPr>
          <a:xfrm>
            <a:off x="1794838" y="4400950"/>
            <a:ext cx="7061397" cy="19554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Noto Sans Symbols"/>
              <a:buNone/>
              <a:defRPr sz="2000" b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pic>
        <p:nvPicPr>
          <p:cNvPr id="17" name="Google Shape;17;p2"/>
          <p:cNvPicPr preferRelativeResize="0"/>
          <p:nvPr/>
        </p:nvPicPr>
        <p:blipFill rotWithShape="1">
          <a:blip r:embed="rId2">
            <a:alphaModFix amt="20000"/>
          </a:blip>
          <a:srcRect/>
          <a:stretch/>
        </p:blipFill>
        <p:spPr>
          <a:xfrm>
            <a:off x="387532" y="562359"/>
            <a:ext cx="588145" cy="58814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" name="Google Shape;18;p2"/>
          <p:cNvPicPr preferRelativeResize="0"/>
          <p:nvPr/>
        </p:nvPicPr>
        <p:blipFill rotWithShape="1">
          <a:blip r:embed="rId3">
            <a:alphaModFix amt="20000"/>
          </a:blip>
          <a:srcRect/>
          <a:stretch/>
        </p:blipFill>
        <p:spPr>
          <a:xfrm rot="2700000">
            <a:off x="942910" y="354419"/>
            <a:ext cx="415881" cy="415881"/>
          </a:xfrm>
          <a:prstGeom prst="rect">
            <a:avLst/>
          </a:prstGeom>
          <a:noFill/>
          <a:ln>
            <a:noFill/>
          </a:ln>
        </p:spPr>
      </p:pic>
      <p:pic>
        <p:nvPicPr>
          <p:cNvPr id="19" name="Google Shape;19;p2"/>
          <p:cNvPicPr preferRelativeResize="0"/>
          <p:nvPr/>
        </p:nvPicPr>
        <p:blipFill rotWithShape="1">
          <a:blip r:embed="rId4">
            <a:alphaModFix amt="20000"/>
          </a:blip>
          <a:srcRect/>
          <a:stretch/>
        </p:blipFill>
        <p:spPr>
          <a:xfrm rot="8047801">
            <a:off x="1189032" y="715026"/>
            <a:ext cx="568525" cy="503756"/>
          </a:xfrm>
          <a:prstGeom prst="rect">
            <a:avLst/>
          </a:prstGeom>
          <a:noFill/>
          <a:ln>
            <a:noFill/>
          </a:ln>
        </p:spPr>
      </p:pic>
      <p:pic>
        <p:nvPicPr>
          <p:cNvPr id="20" name="Google Shape;20;p2" descr="Imatge que conté Font, Gràfics, logotip, blanc&#10;&#10;Descripció generada automàticament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341151" y="6539487"/>
            <a:ext cx="907100" cy="274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" name="Google Shape;21;p2"/>
          <p:cNvPicPr preferRelativeResize="0"/>
          <p:nvPr/>
        </p:nvPicPr>
        <p:blipFill rotWithShape="1">
          <a:blip r:embed="rId4">
            <a:alphaModFix amt="20000"/>
          </a:blip>
          <a:srcRect/>
          <a:stretch/>
        </p:blipFill>
        <p:spPr>
          <a:xfrm rot="8718243">
            <a:off x="7231658" y="6584561"/>
            <a:ext cx="218986" cy="1940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>
  <p:cSld name="Title and Content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3"/>
          <p:cNvSpPr/>
          <p:nvPr/>
        </p:nvSpPr>
        <p:spPr>
          <a:xfrm rot="10800000" flipH="1">
            <a:off x="474664" y="1027113"/>
            <a:ext cx="8383587" cy="61912"/>
          </a:xfrm>
          <a:prstGeom prst="rect">
            <a:avLst/>
          </a:prstGeom>
          <a:solidFill>
            <a:srgbClr val="7030A0">
              <a:alpha val="9803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4" name="Google Shape;24;p3"/>
          <p:cNvSpPr txBox="1">
            <a:spLocks noGrp="1"/>
          </p:cNvSpPr>
          <p:nvPr>
            <p:ph type="body" idx="1"/>
          </p:nvPr>
        </p:nvSpPr>
        <p:spPr>
          <a:xfrm>
            <a:off x="474595" y="1159921"/>
            <a:ext cx="8397857" cy="52102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55600" algn="l">
              <a:lnSpc>
                <a:spcPct val="130000"/>
              </a:lnSpc>
              <a:spcBef>
                <a:spcPts val="300"/>
              </a:spcBef>
              <a:spcAft>
                <a:spcPts val="0"/>
              </a:spcAft>
              <a:buSzPts val="2000"/>
              <a:buChar char="◼"/>
              <a:defRPr sz="2000"/>
            </a:lvl1pPr>
            <a:lvl2pPr marL="914400" lvl="1" indent="-342900" algn="l">
              <a:lnSpc>
                <a:spcPct val="130000"/>
              </a:lnSpc>
              <a:spcBef>
                <a:spcPts val="300"/>
              </a:spcBef>
              <a:spcAft>
                <a:spcPts val="0"/>
              </a:spcAft>
              <a:buSzPts val="1800"/>
              <a:buChar char="▪"/>
              <a:defRPr sz="1800"/>
            </a:lvl2pPr>
            <a:lvl3pPr marL="1371600" lvl="2" indent="-330200" algn="l">
              <a:lnSpc>
                <a:spcPct val="130000"/>
              </a:lnSpc>
              <a:spcBef>
                <a:spcPts val="300"/>
              </a:spcBef>
              <a:spcAft>
                <a:spcPts val="0"/>
              </a:spcAft>
              <a:buSzPts val="1600"/>
              <a:buChar char="o"/>
              <a:defRPr sz="1600"/>
            </a:lvl3pPr>
            <a:lvl4pPr marL="1828800" lvl="3" indent="-317500" algn="l">
              <a:lnSpc>
                <a:spcPct val="130000"/>
              </a:lnSpc>
              <a:spcBef>
                <a:spcPts val="300"/>
              </a:spcBef>
              <a:spcAft>
                <a:spcPts val="0"/>
              </a:spcAft>
              <a:buSzPts val="1400"/>
              <a:buChar char="◼"/>
              <a:defRPr sz="1400"/>
            </a:lvl4pPr>
            <a:lvl5pPr marL="2286000" lvl="4" indent="-304800" algn="l">
              <a:lnSpc>
                <a:spcPct val="130000"/>
              </a:lnSpc>
              <a:spcBef>
                <a:spcPts val="300"/>
              </a:spcBef>
              <a:spcAft>
                <a:spcPts val="0"/>
              </a:spcAft>
              <a:buSzPts val="1200"/>
              <a:buChar char="▪"/>
              <a:defRPr sz="12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pic>
        <p:nvPicPr>
          <p:cNvPr id="25" name="Google Shape;25;p3"/>
          <p:cNvPicPr preferRelativeResize="0"/>
          <p:nvPr/>
        </p:nvPicPr>
        <p:blipFill rotWithShape="1">
          <a:blip r:embed="rId2">
            <a:alphaModFix amt="20000"/>
          </a:blip>
          <a:srcRect/>
          <a:stretch/>
        </p:blipFill>
        <p:spPr>
          <a:xfrm>
            <a:off x="189283" y="366717"/>
            <a:ext cx="588145" cy="588145"/>
          </a:xfrm>
          <a:prstGeom prst="rect">
            <a:avLst/>
          </a:prstGeom>
          <a:noFill/>
          <a:ln>
            <a:noFill/>
          </a:ln>
        </p:spPr>
      </p:pic>
      <p:pic>
        <p:nvPicPr>
          <p:cNvPr id="26" name="Google Shape;26;p3"/>
          <p:cNvPicPr preferRelativeResize="0"/>
          <p:nvPr/>
        </p:nvPicPr>
        <p:blipFill rotWithShape="1">
          <a:blip r:embed="rId3">
            <a:alphaModFix amt="20000"/>
          </a:blip>
          <a:srcRect/>
          <a:stretch/>
        </p:blipFill>
        <p:spPr>
          <a:xfrm rot="2700000">
            <a:off x="744661" y="158777"/>
            <a:ext cx="415881" cy="415881"/>
          </a:xfrm>
          <a:prstGeom prst="rect">
            <a:avLst/>
          </a:prstGeom>
          <a:noFill/>
          <a:ln>
            <a:noFill/>
          </a:ln>
        </p:spPr>
      </p:pic>
      <p:sp>
        <p:nvSpPr>
          <p:cNvPr id="27" name="Google Shape;27;p3"/>
          <p:cNvSpPr txBox="1">
            <a:spLocks noGrp="1"/>
          </p:cNvSpPr>
          <p:nvPr>
            <p:ph type="title"/>
          </p:nvPr>
        </p:nvSpPr>
        <p:spPr>
          <a:xfrm>
            <a:off x="1090246" y="366717"/>
            <a:ext cx="7767779" cy="640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24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28" name="Google Shape;28;p3" descr="Imatge que conté Font, Gràfics, logotip, blanc&#10;&#10;Descripció generada automàticament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341151" y="6539487"/>
            <a:ext cx="907100" cy="274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" name="Google Shape;29;p3"/>
          <p:cNvPicPr preferRelativeResize="0"/>
          <p:nvPr/>
        </p:nvPicPr>
        <p:blipFill rotWithShape="1">
          <a:blip r:embed="rId5">
            <a:alphaModFix amt="20000"/>
          </a:blip>
          <a:srcRect/>
          <a:stretch/>
        </p:blipFill>
        <p:spPr>
          <a:xfrm rot="8718243">
            <a:off x="7231658" y="6584561"/>
            <a:ext cx="218986" cy="194038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0" name="Google Shape;30;p3"/>
          <p:cNvCxnSpPr/>
          <p:nvPr/>
        </p:nvCxnSpPr>
        <p:spPr>
          <a:xfrm>
            <a:off x="457200" y="6463030"/>
            <a:ext cx="8305800" cy="1588"/>
          </a:xfrm>
          <a:prstGeom prst="straightConnector1">
            <a:avLst/>
          </a:prstGeom>
          <a:noFill/>
          <a:ln w="25400" cap="flat" cmpd="sng">
            <a:solidFill>
              <a:srgbClr val="7F7F7F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and Content">
  <p:cSld name="1_Title and Content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4"/>
          <p:cNvSpPr txBox="1">
            <a:spLocks noGrp="1"/>
          </p:cNvSpPr>
          <p:nvPr>
            <p:ph type="body" idx="1"/>
          </p:nvPr>
        </p:nvSpPr>
        <p:spPr>
          <a:xfrm>
            <a:off x="460394" y="1247036"/>
            <a:ext cx="8397857" cy="21433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55600" algn="l">
              <a:lnSpc>
                <a:spcPct val="130000"/>
              </a:lnSpc>
              <a:spcBef>
                <a:spcPts val="300"/>
              </a:spcBef>
              <a:spcAft>
                <a:spcPts val="0"/>
              </a:spcAft>
              <a:buSzPts val="2000"/>
              <a:buChar char="◼"/>
              <a:defRPr sz="2000"/>
            </a:lvl1pPr>
            <a:lvl2pPr marL="914400" lvl="1" indent="-342900" algn="l">
              <a:lnSpc>
                <a:spcPct val="130000"/>
              </a:lnSpc>
              <a:spcBef>
                <a:spcPts val="300"/>
              </a:spcBef>
              <a:spcAft>
                <a:spcPts val="0"/>
              </a:spcAft>
              <a:buSzPts val="1800"/>
              <a:buChar char="▪"/>
              <a:defRPr sz="1800"/>
            </a:lvl2pPr>
            <a:lvl3pPr marL="1371600" lvl="2" indent="-330200" algn="l">
              <a:lnSpc>
                <a:spcPct val="130000"/>
              </a:lnSpc>
              <a:spcBef>
                <a:spcPts val="300"/>
              </a:spcBef>
              <a:spcAft>
                <a:spcPts val="0"/>
              </a:spcAft>
              <a:buSzPts val="1600"/>
              <a:buChar char="o"/>
              <a:defRPr sz="1600"/>
            </a:lvl3pPr>
            <a:lvl4pPr marL="1828800" lvl="3" indent="-317500" algn="l">
              <a:lnSpc>
                <a:spcPct val="130000"/>
              </a:lnSpc>
              <a:spcBef>
                <a:spcPts val="300"/>
              </a:spcBef>
              <a:spcAft>
                <a:spcPts val="0"/>
              </a:spcAft>
              <a:buSzPts val="1400"/>
              <a:buChar char="◼"/>
              <a:defRPr sz="1400"/>
            </a:lvl4pPr>
            <a:lvl5pPr marL="2286000" lvl="4" indent="-304800" algn="l">
              <a:lnSpc>
                <a:spcPct val="130000"/>
              </a:lnSpc>
              <a:spcBef>
                <a:spcPts val="300"/>
              </a:spcBef>
              <a:spcAft>
                <a:spcPts val="0"/>
              </a:spcAft>
              <a:buSzPts val="1200"/>
              <a:buChar char="▪"/>
              <a:defRPr sz="12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pic>
        <p:nvPicPr>
          <p:cNvPr id="33" name="Google Shape;33;p4" descr="Imatge que conté Font, Gràfics, logotip, blanc&#10;&#10;Descripció generada automàticament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7851289" y="511669"/>
            <a:ext cx="1052957" cy="319161"/>
          </a:xfrm>
          <a:prstGeom prst="rect">
            <a:avLst/>
          </a:prstGeom>
          <a:noFill/>
          <a:ln>
            <a:noFill/>
          </a:ln>
        </p:spPr>
      </p:pic>
      <p:sp>
        <p:nvSpPr>
          <p:cNvPr id="34" name="Google Shape;34;p4"/>
          <p:cNvSpPr txBox="1">
            <a:spLocks noGrp="1"/>
          </p:cNvSpPr>
          <p:nvPr>
            <p:ph type="title"/>
          </p:nvPr>
        </p:nvSpPr>
        <p:spPr>
          <a:xfrm>
            <a:off x="474595" y="318728"/>
            <a:ext cx="7767779" cy="640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24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35" name="Google Shape;35;p4"/>
          <p:cNvPicPr preferRelativeResize="0"/>
          <p:nvPr/>
        </p:nvPicPr>
        <p:blipFill rotWithShape="1">
          <a:blip r:embed="rId3">
            <a:alphaModFix amt="20000"/>
          </a:blip>
          <a:srcRect/>
          <a:stretch/>
        </p:blipFill>
        <p:spPr>
          <a:xfrm rot="-9079080">
            <a:off x="7716644" y="538584"/>
            <a:ext cx="230868" cy="204566"/>
          </a:xfrm>
          <a:prstGeom prst="rect">
            <a:avLst/>
          </a:prstGeom>
          <a:noFill/>
          <a:ln>
            <a:noFill/>
          </a:ln>
        </p:spPr>
      </p:pic>
      <p:pic>
        <p:nvPicPr>
          <p:cNvPr id="36" name="Google Shape;36;p4"/>
          <p:cNvPicPr preferRelativeResize="0"/>
          <p:nvPr/>
        </p:nvPicPr>
        <p:blipFill rotWithShape="1">
          <a:blip r:embed="rId4">
            <a:alphaModFix amt="20000"/>
          </a:blip>
          <a:srcRect/>
          <a:stretch/>
        </p:blipFill>
        <p:spPr>
          <a:xfrm rot="3366168">
            <a:off x="625062" y="4589345"/>
            <a:ext cx="2238710" cy="1102649"/>
          </a:xfrm>
          <a:prstGeom prst="rect">
            <a:avLst/>
          </a:prstGeom>
          <a:noFill/>
          <a:ln>
            <a:noFill/>
          </a:ln>
        </p:spPr>
      </p:pic>
      <p:pic>
        <p:nvPicPr>
          <p:cNvPr id="37" name="Google Shape;37;p4"/>
          <p:cNvPicPr preferRelativeResize="0"/>
          <p:nvPr/>
        </p:nvPicPr>
        <p:blipFill rotWithShape="1">
          <a:blip r:embed="rId5">
            <a:alphaModFix amt="20000"/>
          </a:blip>
          <a:srcRect/>
          <a:stretch/>
        </p:blipFill>
        <p:spPr>
          <a:xfrm>
            <a:off x="3290501" y="1020435"/>
            <a:ext cx="2986372" cy="2986372"/>
          </a:xfrm>
          <a:prstGeom prst="rect">
            <a:avLst/>
          </a:prstGeom>
          <a:noFill/>
          <a:ln>
            <a:noFill/>
          </a:ln>
        </p:spPr>
      </p:pic>
      <p:pic>
        <p:nvPicPr>
          <p:cNvPr id="38" name="Google Shape;38;p4"/>
          <p:cNvPicPr preferRelativeResize="0"/>
          <p:nvPr/>
        </p:nvPicPr>
        <p:blipFill rotWithShape="1">
          <a:blip r:embed="rId3">
            <a:alphaModFix amt="20000"/>
          </a:blip>
          <a:srcRect/>
          <a:stretch/>
        </p:blipFill>
        <p:spPr>
          <a:xfrm rot="8718243">
            <a:off x="6657026" y="4592831"/>
            <a:ext cx="2312471" cy="2049024"/>
          </a:xfrm>
          <a:prstGeom prst="rect">
            <a:avLst/>
          </a:prstGeom>
          <a:noFill/>
          <a:ln>
            <a:noFill/>
          </a:ln>
        </p:spPr>
      </p:pic>
      <p:pic>
        <p:nvPicPr>
          <p:cNvPr id="39" name="Google Shape;39;p4"/>
          <p:cNvPicPr preferRelativeResize="0"/>
          <p:nvPr/>
        </p:nvPicPr>
        <p:blipFill rotWithShape="1">
          <a:blip r:embed="rId6">
            <a:alphaModFix amt="20000"/>
          </a:blip>
          <a:srcRect/>
          <a:stretch/>
        </p:blipFill>
        <p:spPr>
          <a:xfrm rot="2700000">
            <a:off x="7042460" y="1506115"/>
            <a:ext cx="1617659" cy="1617659"/>
          </a:xfrm>
          <a:prstGeom prst="rect">
            <a:avLst/>
          </a:prstGeom>
          <a:noFill/>
          <a:ln>
            <a:noFill/>
          </a:ln>
        </p:spPr>
      </p:pic>
      <p:pic>
        <p:nvPicPr>
          <p:cNvPr id="40" name="Google Shape;40;p4"/>
          <p:cNvPicPr preferRelativeResize="0"/>
          <p:nvPr/>
        </p:nvPicPr>
        <p:blipFill rotWithShape="1">
          <a:blip r:embed="rId7">
            <a:alphaModFix amt="20000"/>
          </a:blip>
          <a:srcRect/>
          <a:stretch/>
        </p:blipFill>
        <p:spPr>
          <a:xfrm>
            <a:off x="3813489" y="4311578"/>
            <a:ext cx="2012976" cy="2227694"/>
          </a:xfrm>
          <a:prstGeom prst="rect">
            <a:avLst/>
          </a:prstGeom>
          <a:noFill/>
          <a:ln>
            <a:noFill/>
          </a:ln>
        </p:spPr>
      </p:pic>
      <p:pic>
        <p:nvPicPr>
          <p:cNvPr id="41" name="Google Shape;41;p4"/>
          <p:cNvPicPr preferRelativeResize="0"/>
          <p:nvPr/>
        </p:nvPicPr>
        <p:blipFill rotWithShape="1">
          <a:blip r:embed="rId8">
            <a:alphaModFix amt="20000"/>
          </a:blip>
          <a:srcRect/>
          <a:stretch/>
        </p:blipFill>
        <p:spPr>
          <a:xfrm rot="-1281876">
            <a:off x="-8279" y="1428163"/>
            <a:ext cx="2862791" cy="1431396"/>
          </a:xfrm>
          <a:prstGeom prst="rect">
            <a:avLst/>
          </a:prstGeom>
          <a:noFill/>
          <a:ln>
            <a:noFill/>
          </a:ln>
        </p:spPr>
      </p:pic>
      <p:sp>
        <p:nvSpPr>
          <p:cNvPr id="42" name="Google Shape;42;p4"/>
          <p:cNvSpPr txBox="1">
            <a:spLocks noGrp="1"/>
          </p:cNvSpPr>
          <p:nvPr>
            <p:ph type="body" idx="2"/>
          </p:nvPr>
        </p:nvSpPr>
        <p:spPr>
          <a:xfrm>
            <a:off x="455625" y="3568848"/>
            <a:ext cx="8397857" cy="21433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55600" algn="l">
              <a:lnSpc>
                <a:spcPct val="130000"/>
              </a:lnSpc>
              <a:spcBef>
                <a:spcPts val="300"/>
              </a:spcBef>
              <a:spcAft>
                <a:spcPts val="0"/>
              </a:spcAft>
              <a:buSzPts val="2000"/>
              <a:buChar char="◼"/>
              <a:defRPr sz="2000"/>
            </a:lvl1pPr>
            <a:lvl2pPr marL="914400" lvl="1" indent="-342900" algn="l">
              <a:lnSpc>
                <a:spcPct val="130000"/>
              </a:lnSpc>
              <a:spcBef>
                <a:spcPts val="300"/>
              </a:spcBef>
              <a:spcAft>
                <a:spcPts val="0"/>
              </a:spcAft>
              <a:buSzPts val="1800"/>
              <a:buChar char="▪"/>
              <a:defRPr sz="1800"/>
            </a:lvl2pPr>
            <a:lvl3pPr marL="1371600" lvl="2" indent="-330200" algn="l">
              <a:lnSpc>
                <a:spcPct val="130000"/>
              </a:lnSpc>
              <a:spcBef>
                <a:spcPts val="300"/>
              </a:spcBef>
              <a:spcAft>
                <a:spcPts val="0"/>
              </a:spcAft>
              <a:buSzPts val="1600"/>
              <a:buChar char="o"/>
              <a:defRPr sz="1600"/>
            </a:lvl3pPr>
            <a:lvl4pPr marL="1828800" lvl="3" indent="-317500" algn="l">
              <a:lnSpc>
                <a:spcPct val="130000"/>
              </a:lnSpc>
              <a:spcBef>
                <a:spcPts val="300"/>
              </a:spcBef>
              <a:spcAft>
                <a:spcPts val="0"/>
              </a:spcAft>
              <a:buSzPts val="1400"/>
              <a:buChar char="◼"/>
              <a:defRPr sz="1400"/>
            </a:lvl4pPr>
            <a:lvl5pPr marL="2286000" lvl="4" indent="-304800" algn="l">
              <a:lnSpc>
                <a:spcPct val="130000"/>
              </a:lnSpc>
              <a:spcBef>
                <a:spcPts val="300"/>
              </a:spcBef>
              <a:spcAft>
                <a:spcPts val="0"/>
              </a:spcAft>
              <a:buSzPts val="1200"/>
              <a:buChar char="▪"/>
              <a:defRPr sz="12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cxnSp>
        <p:nvCxnSpPr>
          <p:cNvPr id="43" name="Google Shape;43;p4"/>
          <p:cNvCxnSpPr/>
          <p:nvPr/>
        </p:nvCxnSpPr>
        <p:spPr>
          <a:xfrm>
            <a:off x="474595" y="976406"/>
            <a:ext cx="8397857" cy="0"/>
          </a:xfrm>
          <a:prstGeom prst="straightConnector1">
            <a:avLst/>
          </a:prstGeom>
          <a:noFill/>
          <a:ln w="25400" cap="flat" cmpd="sng">
            <a:solidFill>
              <a:srgbClr val="7F7F7F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_Title and Content">
  <p:cSld name="4_Title and Content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5"/>
          <p:cNvSpPr txBox="1">
            <a:spLocks noGrp="1"/>
          </p:cNvSpPr>
          <p:nvPr>
            <p:ph type="body" idx="1"/>
          </p:nvPr>
        </p:nvSpPr>
        <p:spPr>
          <a:xfrm>
            <a:off x="460394" y="1247036"/>
            <a:ext cx="8397857" cy="21433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55600" algn="l">
              <a:lnSpc>
                <a:spcPct val="130000"/>
              </a:lnSpc>
              <a:spcBef>
                <a:spcPts val="300"/>
              </a:spcBef>
              <a:spcAft>
                <a:spcPts val="0"/>
              </a:spcAft>
              <a:buSzPts val="2000"/>
              <a:buChar char="◼"/>
              <a:defRPr sz="2000"/>
            </a:lvl1pPr>
            <a:lvl2pPr marL="914400" lvl="1" indent="-342900" algn="l">
              <a:lnSpc>
                <a:spcPct val="130000"/>
              </a:lnSpc>
              <a:spcBef>
                <a:spcPts val="300"/>
              </a:spcBef>
              <a:spcAft>
                <a:spcPts val="0"/>
              </a:spcAft>
              <a:buSzPts val="1800"/>
              <a:buChar char="▪"/>
              <a:defRPr sz="1800"/>
            </a:lvl2pPr>
            <a:lvl3pPr marL="1371600" lvl="2" indent="-330200" algn="l">
              <a:lnSpc>
                <a:spcPct val="130000"/>
              </a:lnSpc>
              <a:spcBef>
                <a:spcPts val="300"/>
              </a:spcBef>
              <a:spcAft>
                <a:spcPts val="0"/>
              </a:spcAft>
              <a:buSzPts val="1600"/>
              <a:buChar char="o"/>
              <a:defRPr sz="1600"/>
            </a:lvl3pPr>
            <a:lvl4pPr marL="1828800" lvl="3" indent="-317500" algn="l">
              <a:lnSpc>
                <a:spcPct val="130000"/>
              </a:lnSpc>
              <a:spcBef>
                <a:spcPts val="300"/>
              </a:spcBef>
              <a:spcAft>
                <a:spcPts val="0"/>
              </a:spcAft>
              <a:buSzPts val="1400"/>
              <a:buChar char="◼"/>
              <a:defRPr sz="1400"/>
            </a:lvl4pPr>
            <a:lvl5pPr marL="2286000" lvl="4" indent="-304800" algn="l">
              <a:lnSpc>
                <a:spcPct val="130000"/>
              </a:lnSpc>
              <a:spcBef>
                <a:spcPts val="300"/>
              </a:spcBef>
              <a:spcAft>
                <a:spcPts val="0"/>
              </a:spcAft>
              <a:buSzPts val="1200"/>
              <a:buChar char="▪"/>
              <a:defRPr sz="12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pic>
        <p:nvPicPr>
          <p:cNvPr id="46" name="Google Shape;46;p5" descr="Imatge que conté Font, Gràfics, logotip, blanc&#10;&#10;Descripció generada automàticament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7851289" y="511669"/>
            <a:ext cx="1052957" cy="319161"/>
          </a:xfrm>
          <a:prstGeom prst="rect">
            <a:avLst/>
          </a:prstGeom>
          <a:noFill/>
          <a:ln>
            <a:noFill/>
          </a:ln>
        </p:spPr>
      </p:pic>
      <p:sp>
        <p:nvSpPr>
          <p:cNvPr id="47" name="Google Shape;47;p5"/>
          <p:cNvSpPr txBox="1">
            <a:spLocks noGrp="1"/>
          </p:cNvSpPr>
          <p:nvPr>
            <p:ph type="title"/>
          </p:nvPr>
        </p:nvSpPr>
        <p:spPr>
          <a:xfrm>
            <a:off x="474595" y="318728"/>
            <a:ext cx="7767779" cy="640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24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48" name="Google Shape;48;p5"/>
          <p:cNvPicPr preferRelativeResize="0"/>
          <p:nvPr/>
        </p:nvPicPr>
        <p:blipFill rotWithShape="1">
          <a:blip r:embed="rId3">
            <a:alphaModFix amt="20000"/>
          </a:blip>
          <a:srcRect/>
          <a:stretch/>
        </p:blipFill>
        <p:spPr>
          <a:xfrm rot="-9079080">
            <a:off x="7716644" y="538584"/>
            <a:ext cx="230868" cy="204566"/>
          </a:xfrm>
          <a:prstGeom prst="rect">
            <a:avLst/>
          </a:prstGeom>
          <a:noFill/>
          <a:ln>
            <a:noFill/>
          </a:ln>
        </p:spPr>
      </p:pic>
      <p:pic>
        <p:nvPicPr>
          <p:cNvPr id="49" name="Google Shape;49;p5"/>
          <p:cNvPicPr preferRelativeResize="0"/>
          <p:nvPr/>
        </p:nvPicPr>
        <p:blipFill rotWithShape="1">
          <a:blip r:embed="rId4">
            <a:alphaModFix amt="20000"/>
          </a:blip>
          <a:srcRect/>
          <a:stretch/>
        </p:blipFill>
        <p:spPr>
          <a:xfrm rot="8718243">
            <a:off x="5833867" y="2178551"/>
            <a:ext cx="3695700" cy="3631779"/>
          </a:xfrm>
          <a:prstGeom prst="rect">
            <a:avLst/>
          </a:prstGeom>
          <a:noFill/>
          <a:ln>
            <a:noFill/>
          </a:ln>
        </p:spPr>
      </p:pic>
      <p:sp>
        <p:nvSpPr>
          <p:cNvPr id="50" name="Google Shape;50;p5"/>
          <p:cNvSpPr txBox="1">
            <a:spLocks noGrp="1"/>
          </p:cNvSpPr>
          <p:nvPr>
            <p:ph type="body" idx="2"/>
          </p:nvPr>
        </p:nvSpPr>
        <p:spPr>
          <a:xfrm>
            <a:off x="460394" y="3679311"/>
            <a:ext cx="8397857" cy="21433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55600" algn="l">
              <a:lnSpc>
                <a:spcPct val="130000"/>
              </a:lnSpc>
              <a:spcBef>
                <a:spcPts val="300"/>
              </a:spcBef>
              <a:spcAft>
                <a:spcPts val="0"/>
              </a:spcAft>
              <a:buSzPts val="2000"/>
              <a:buChar char="◼"/>
              <a:defRPr sz="2000"/>
            </a:lvl1pPr>
            <a:lvl2pPr marL="914400" lvl="1" indent="-342900" algn="l">
              <a:lnSpc>
                <a:spcPct val="130000"/>
              </a:lnSpc>
              <a:spcBef>
                <a:spcPts val="300"/>
              </a:spcBef>
              <a:spcAft>
                <a:spcPts val="0"/>
              </a:spcAft>
              <a:buSzPts val="1800"/>
              <a:buChar char="▪"/>
              <a:defRPr sz="1800"/>
            </a:lvl2pPr>
            <a:lvl3pPr marL="1371600" lvl="2" indent="-330200" algn="l">
              <a:lnSpc>
                <a:spcPct val="130000"/>
              </a:lnSpc>
              <a:spcBef>
                <a:spcPts val="300"/>
              </a:spcBef>
              <a:spcAft>
                <a:spcPts val="0"/>
              </a:spcAft>
              <a:buSzPts val="1600"/>
              <a:buChar char="o"/>
              <a:defRPr sz="1600"/>
            </a:lvl3pPr>
            <a:lvl4pPr marL="1828800" lvl="3" indent="-317500" algn="l">
              <a:lnSpc>
                <a:spcPct val="130000"/>
              </a:lnSpc>
              <a:spcBef>
                <a:spcPts val="300"/>
              </a:spcBef>
              <a:spcAft>
                <a:spcPts val="0"/>
              </a:spcAft>
              <a:buSzPts val="1400"/>
              <a:buChar char="◼"/>
              <a:defRPr sz="1400"/>
            </a:lvl4pPr>
            <a:lvl5pPr marL="2286000" lvl="4" indent="-304800" algn="l">
              <a:lnSpc>
                <a:spcPct val="130000"/>
              </a:lnSpc>
              <a:spcBef>
                <a:spcPts val="300"/>
              </a:spcBef>
              <a:spcAft>
                <a:spcPts val="0"/>
              </a:spcAft>
              <a:buSzPts val="1200"/>
              <a:buChar char="▪"/>
              <a:defRPr sz="12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cxnSp>
        <p:nvCxnSpPr>
          <p:cNvPr id="51" name="Google Shape;51;p5"/>
          <p:cNvCxnSpPr/>
          <p:nvPr/>
        </p:nvCxnSpPr>
        <p:spPr>
          <a:xfrm>
            <a:off x="474595" y="976406"/>
            <a:ext cx="8397857" cy="0"/>
          </a:xfrm>
          <a:prstGeom prst="straightConnector1">
            <a:avLst/>
          </a:prstGeom>
          <a:noFill/>
          <a:ln w="25400" cap="flat" cmpd="sng">
            <a:solidFill>
              <a:srgbClr val="7F7F7F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Title and Content">
  <p:cSld name="3_Title and Content"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" name="Google Shape;53;p6" descr="Imatge que conté Font, Gràfics, logotip, blanc&#10;&#10;Descripció generada automàticament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7851289" y="511669"/>
            <a:ext cx="1052957" cy="319161"/>
          </a:xfrm>
          <a:prstGeom prst="rect">
            <a:avLst/>
          </a:prstGeom>
          <a:noFill/>
          <a:ln>
            <a:noFill/>
          </a:ln>
        </p:spPr>
      </p:pic>
      <p:sp>
        <p:nvSpPr>
          <p:cNvPr id="54" name="Google Shape;54;p6"/>
          <p:cNvSpPr txBox="1">
            <a:spLocks noGrp="1"/>
          </p:cNvSpPr>
          <p:nvPr>
            <p:ph type="title"/>
          </p:nvPr>
        </p:nvSpPr>
        <p:spPr>
          <a:xfrm>
            <a:off x="474595" y="318728"/>
            <a:ext cx="7767779" cy="640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24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55" name="Google Shape;55;p6"/>
          <p:cNvPicPr preferRelativeResize="0"/>
          <p:nvPr/>
        </p:nvPicPr>
        <p:blipFill rotWithShape="1">
          <a:blip r:embed="rId3">
            <a:alphaModFix amt="20000"/>
          </a:blip>
          <a:srcRect/>
          <a:stretch/>
        </p:blipFill>
        <p:spPr>
          <a:xfrm rot="-9079080">
            <a:off x="7716644" y="538584"/>
            <a:ext cx="230868" cy="204566"/>
          </a:xfrm>
          <a:prstGeom prst="rect">
            <a:avLst/>
          </a:prstGeom>
          <a:noFill/>
          <a:ln>
            <a:noFill/>
          </a:ln>
        </p:spPr>
      </p:pic>
      <p:pic>
        <p:nvPicPr>
          <p:cNvPr id="56" name="Google Shape;56;p6"/>
          <p:cNvPicPr preferRelativeResize="0"/>
          <p:nvPr/>
        </p:nvPicPr>
        <p:blipFill rotWithShape="1">
          <a:blip r:embed="rId3">
            <a:alphaModFix amt="20000"/>
          </a:blip>
          <a:srcRect/>
          <a:stretch/>
        </p:blipFill>
        <p:spPr>
          <a:xfrm rot="8718243">
            <a:off x="6695053" y="4581109"/>
            <a:ext cx="2312471" cy="2049024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6"/>
          <p:cNvSpPr txBox="1">
            <a:spLocks noGrp="1"/>
          </p:cNvSpPr>
          <p:nvPr>
            <p:ph type="body" idx="1"/>
          </p:nvPr>
        </p:nvSpPr>
        <p:spPr>
          <a:xfrm>
            <a:off x="4760847" y="1223429"/>
            <a:ext cx="4111605" cy="49964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36550" algn="l">
              <a:lnSpc>
                <a:spcPct val="130000"/>
              </a:lnSpc>
              <a:spcBef>
                <a:spcPts val="300"/>
              </a:spcBef>
              <a:spcAft>
                <a:spcPts val="0"/>
              </a:spcAft>
              <a:buClr>
                <a:srgbClr val="3DB087"/>
              </a:buClr>
              <a:buSzPts val="1700"/>
              <a:buChar char="◼"/>
              <a:defRPr sz="1700"/>
            </a:lvl1pPr>
            <a:lvl2pPr marL="914400" lvl="1" indent="-317500" algn="l">
              <a:lnSpc>
                <a:spcPct val="130000"/>
              </a:lnSpc>
              <a:spcBef>
                <a:spcPts val="300"/>
              </a:spcBef>
              <a:spcAft>
                <a:spcPts val="0"/>
              </a:spcAft>
              <a:buSzPts val="1400"/>
              <a:buChar char="▪"/>
              <a:defRPr sz="1400"/>
            </a:lvl2pPr>
            <a:lvl3pPr marL="1371600" lvl="2" indent="-317500" algn="l">
              <a:lnSpc>
                <a:spcPct val="130000"/>
              </a:lnSpc>
              <a:spcBef>
                <a:spcPts val="300"/>
              </a:spcBef>
              <a:spcAft>
                <a:spcPts val="0"/>
              </a:spcAft>
              <a:buSzPts val="1400"/>
              <a:buChar char="o"/>
              <a:defRPr sz="1400"/>
            </a:lvl3pPr>
            <a:lvl4pPr marL="1828800" lvl="3" indent="-317500" algn="l">
              <a:lnSpc>
                <a:spcPct val="130000"/>
              </a:lnSpc>
              <a:spcBef>
                <a:spcPts val="300"/>
              </a:spcBef>
              <a:spcAft>
                <a:spcPts val="0"/>
              </a:spcAft>
              <a:buSzPts val="1400"/>
              <a:buChar char="◼"/>
              <a:defRPr sz="1400"/>
            </a:lvl4pPr>
            <a:lvl5pPr marL="2286000" lvl="4" indent="-317500" algn="l">
              <a:lnSpc>
                <a:spcPct val="130000"/>
              </a:lnSpc>
              <a:spcBef>
                <a:spcPts val="300"/>
              </a:spcBef>
              <a:spcAft>
                <a:spcPts val="0"/>
              </a:spcAft>
              <a:buSzPts val="1400"/>
              <a:buChar char="▪"/>
              <a:defRPr sz="14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cxnSp>
        <p:nvCxnSpPr>
          <p:cNvPr id="58" name="Google Shape;58;p6"/>
          <p:cNvCxnSpPr/>
          <p:nvPr/>
        </p:nvCxnSpPr>
        <p:spPr>
          <a:xfrm>
            <a:off x="474595" y="976406"/>
            <a:ext cx="8397857" cy="0"/>
          </a:xfrm>
          <a:prstGeom prst="straightConnector1">
            <a:avLst/>
          </a:prstGeom>
          <a:noFill/>
          <a:ln w="25400" cap="flat" cmpd="sng">
            <a:solidFill>
              <a:srgbClr val="7F7F7F"/>
            </a:solidFill>
            <a:prstDash val="solid"/>
            <a:round/>
            <a:headEnd type="none" w="sm" len="sm"/>
            <a:tailEnd type="none" w="sm" len="sm"/>
          </a:ln>
        </p:spPr>
      </p:cxnSp>
      <p:pic>
        <p:nvPicPr>
          <p:cNvPr id="59" name="Google Shape;59;p6"/>
          <p:cNvPicPr preferRelativeResize="0"/>
          <p:nvPr/>
        </p:nvPicPr>
        <p:blipFill rotWithShape="1">
          <a:blip r:embed="rId4">
            <a:alphaModFix amt="20000"/>
          </a:blip>
          <a:srcRect/>
          <a:stretch/>
        </p:blipFill>
        <p:spPr>
          <a:xfrm rot="5400000">
            <a:off x="-469939" y="1858192"/>
            <a:ext cx="5582573" cy="3853698"/>
          </a:xfrm>
          <a:prstGeom prst="rect">
            <a:avLst/>
          </a:prstGeom>
          <a:noFill/>
          <a:ln>
            <a:noFill/>
          </a:ln>
        </p:spPr>
      </p:pic>
      <p:sp>
        <p:nvSpPr>
          <p:cNvPr id="60" name="Google Shape;60;p6"/>
          <p:cNvSpPr txBox="1">
            <a:spLocks noGrp="1"/>
          </p:cNvSpPr>
          <p:nvPr>
            <p:ph type="body" idx="2"/>
          </p:nvPr>
        </p:nvSpPr>
        <p:spPr>
          <a:xfrm>
            <a:off x="460395" y="1207479"/>
            <a:ext cx="4111605" cy="49964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36550" algn="l">
              <a:lnSpc>
                <a:spcPct val="130000"/>
              </a:lnSpc>
              <a:spcBef>
                <a:spcPts val="300"/>
              </a:spcBef>
              <a:spcAft>
                <a:spcPts val="0"/>
              </a:spcAft>
              <a:buSzPts val="1700"/>
              <a:buChar char="◼"/>
              <a:defRPr sz="1700"/>
            </a:lvl1pPr>
            <a:lvl2pPr marL="914400" lvl="1" indent="-317500" algn="l">
              <a:lnSpc>
                <a:spcPct val="130000"/>
              </a:lnSpc>
              <a:spcBef>
                <a:spcPts val="300"/>
              </a:spcBef>
              <a:spcAft>
                <a:spcPts val="0"/>
              </a:spcAft>
              <a:buSzPts val="1400"/>
              <a:buChar char="▪"/>
              <a:defRPr sz="1400"/>
            </a:lvl2pPr>
            <a:lvl3pPr marL="1371600" lvl="2" indent="-317500" algn="l">
              <a:lnSpc>
                <a:spcPct val="130000"/>
              </a:lnSpc>
              <a:spcBef>
                <a:spcPts val="300"/>
              </a:spcBef>
              <a:spcAft>
                <a:spcPts val="0"/>
              </a:spcAft>
              <a:buSzPts val="1400"/>
              <a:buChar char="o"/>
              <a:defRPr sz="1400"/>
            </a:lvl3pPr>
            <a:lvl4pPr marL="1828800" lvl="3" indent="-317500" algn="l">
              <a:lnSpc>
                <a:spcPct val="130000"/>
              </a:lnSpc>
              <a:spcBef>
                <a:spcPts val="300"/>
              </a:spcBef>
              <a:spcAft>
                <a:spcPts val="0"/>
              </a:spcAft>
              <a:buSzPts val="1400"/>
              <a:buChar char="◼"/>
              <a:defRPr sz="1400"/>
            </a:lvl4pPr>
            <a:lvl5pPr marL="2286000" lvl="4" indent="-317500" algn="l">
              <a:lnSpc>
                <a:spcPct val="130000"/>
              </a:lnSpc>
              <a:spcBef>
                <a:spcPts val="300"/>
              </a:spcBef>
              <a:spcAft>
                <a:spcPts val="0"/>
              </a:spcAft>
              <a:buSzPts val="1400"/>
              <a:buChar char="▪"/>
              <a:defRPr sz="14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Title and Content">
  <p:cSld name="2_Title and Conten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7"/>
          <p:cNvSpPr/>
          <p:nvPr/>
        </p:nvSpPr>
        <p:spPr>
          <a:xfrm rot="10800000" flipH="1">
            <a:off x="474664" y="1027113"/>
            <a:ext cx="8383587" cy="61912"/>
          </a:xfrm>
          <a:prstGeom prst="rect">
            <a:avLst/>
          </a:prstGeom>
          <a:solidFill>
            <a:srgbClr val="7030A0">
              <a:alpha val="9803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63" name="Google Shape;63;p7"/>
          <p:cNvSpPr txBox="1">
            <a:spLocks noGrp="1"/>
          </p:cNvSpPr>
          <p:nvPr>
            <p:ph type="body" idx="1"/>
          </p:nvPr>
        </p:nvSpPr>
        <p:spPr>
          <a:xfrm>
            <a:off x="474595" y="1159921"/>
            <a:ext cx="8383431" cy="52102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lvl="0" indent="-38100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Century Gothic"/>
              <a:buAutoNum type="romanUcPeriod"/>
              <a:defRPr sz="2400"/>
            </a:lvl1pPr>
            <a:lvl2pPr marL="914400" lvl="1" indent="-35560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2000"/>
              <a:buFont typeface="Century Gothic"/>
              <a:buAutoNum type="romanUcPeriod"/>
              <a:defRPr sz="2000"/>
            </a:lvl2pPr>
            <a:lvl3pPr marL="1371600" lvl="2" indent="-34290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1800"/>
              <a:buFont typeface="Century Gothic"/>
              <a:buAutoNum type="romanUcPeriod"/>
              <a:defRPr sz="1800"/>
            </a:lvl3pPr>
            <a:lvl4pPr marL="1828800" lvl="3" indent="-33020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1600"/>
              <a:buFont typeface="Century Gothic"/>
              <a:buAutoNum type="romanUcPeriod"/>
              <a:defRPr sz="1600"/>
            </a:lvl4pPr>
            <a:lvl5pPr marL="2286000" lvl="4" indent="-31750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1400"/>
              <a:buFont typeface="Century Gothic"/>
              <a:buAutoNum type="romanUcPeriod"/>
              <a:defRPr sz="1400"/>
            </a:lvl5pPr>
            <a:lvl6pPr marL="2743200" lvl="5" indent="-3429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pic>
        <p:nvPicPr>
          <p:cNvPr id="64" name="Google Shape;64;p7"/>
          <p:cNvPicPr preferRelativeResize="0"/>
          <p:nvPr/>
        </p:nvPicPr>
        <p:blipFill rotWithShape="1">
          <a:blip r:embed="rId2">
            <a:alphaModFix amt="20000"/>
          </a:blip>
          <a:srcRect/>
          <a:stretch/>
        </p:blipFill>
        <p:spPr>
          <a:xfrm>
            <a:off x="189283" y="366717"/>
            <a:ext cx="588145" cy="588145"/>
          </a:xfrm>
          <a:prstGeom prst="rect">
            <a:avLst/>
          </a:prstGeom>
          <a:noFill/>
          <a:ln>
            <a:noFill/>
          </a:ln>
        </p:spPr>
      </p:pic>
      <p:pic>
        <p:nvPicPr>
          <p:cNvPr id="65" name="Google Shape;65;p7"/>
          <p:cNvPicPr preferRelativeResize="0"/>
          <p:nvPr/>
        </p:nvPicPr>
        <p:blipFill rotWithShape="1">
          <a:blip r:embed="rId3">
            <a:alphaModFix amt="20000"/>
          </a:blip>
          <a:srcRect/>
          <a:stretch/>
        </p:blipFill>
        <p:spPr>
          <a:xfrm rot="2700000">
            <a:off x="744661" y="158777"/>
            <a:ext cx="415881" cy="415881"/>
          </a:xfrm>
          <a:prstGeom prst="rect">
            <a:avLst/>
          </a:prstGeom>
          <a:noFill/>
          <a:ln>
            <a:noFill/>
          </a:ln>
        </p:spPr>
      </p:pic>
      <p:pic>
        <p:nvPicPr>
          <p:cNvPr id="66" name="Google Shape;66;p7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57201" y="6504318"/>
            <a:ext cx="967551" cy="308202"/>
          </a:xfrm>
          <a:prstGeom prst="rect">
            <a:avLst/>
          </a:prstGeom>
          <a:noFill/>
          <a:ln>
            <a:noFill/>
          </a:ln>
        </p:spPr>
      </p:pic>
      <p:pic>
        <p:nvPicPr>
          <p:cNvPr id="67" name="Google Shape;67;p7" descr="Imatge que conté Font, Gràfics, logotip, blanc&#10;&#10;Descripció generada automàticament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341151" y="6504318"/>
            <a:ext cx="907100" cy="274950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68;p7"/>
          <p:cNvSpPr txBox="1">
            <a:spLocks noGrp="1"/>
          </p:cNvSpPr>
          <p:nvPr>
            <p:ph type="title"/>
          </p:nvPr>
        </p:nvSpPr>
        <p:spPr>
          <a:xfrm>
            <a:off x="1097119" y="366717"/>
            <a:ext cx="7388352" cy="640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24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69" name="Google Shape;69;p7"/>
          <p:cNvPicPr preferRelativeResize="0"/>
          <p:nvPr/>
        </p:nvPicPr>
        <p:blipFill rotWithShape="1">
          <a:blip r:embed="rId6">
            <a:alphaModFix amt="20000"/>
          </a:blip>
          <a:srcRect/>
          <a:stretch/>
        </p:blipFill>
        <p:spPr>
          <a:xfrm rot="8718243">
            <a:off x="7231658" y="6549392"/>
            <a:ext cx="218986" cy="1940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>
            <a:spLocks noGrp="1"/>
          </p:cNvSpPr>
          <p:nvPr>
            <p:ph type="title"/>
          </p:nvPr>
        </p:nvSpPr>
        <p:spPr>
          <a:xfrm>
            <a:off x="457200" y="914400"/>
            <a:ext cx="8305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800" b="0" i="0" u="none" strike="noStrike" cap="none">
                <a:solidFill>
                  <a:srgbClr val="7030A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0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0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0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0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0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0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0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0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1" name="Google Shape;11;p1"/>
          <p:cNvSpPr txBox="1">
            <a:spLocks noGrp="1"/>
          </p:cNvSpPr>
          <p:nvPr>
            <p:ph type="body" idx="1"/>
          </p:nvPr>
        </p:nvSpPr>
        <p:spPr>
          <a:xfrm>
            <a:off x="457200" y="2209800"/>
            <a:ext cx="8305800" cy="4224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55600" algn="l" rtl="0">
              <a:lnSpc>
                <a:spcPct val="130000"/>
              </a:lnSpc>
              <a:spcBef>
                <a:spcPts val="1800"/>
              </a:spcBef>
              <a:spcAft>
                <a:spcPts val="0"/>
              </a:spcAft>
              <a:buClr>
                <a:srgbClr val="7030A0"/>
              </a:buClr>
              <a:buSzPts val="2000"/>
              <a:buFont typeface="Noto Sans Symbols"/>
              <a:buChar char="◼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chemeClr val="accent6"/>
              </a:buClr>
              <a:buSzPts val="1800"/>
              <a:buFont typeface="Noto Sans Symbols"/>
              <a:buChar char="▪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30200" algn="l" rtl="0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rgbClr val="7030A0"/>
              </a:buClr>
              <a:buSzPts val="1600"/>
              <a:buFont typeface="Courier New"/>
              <a:buChar char="o"/>
              <a:defRPr sz="16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rgbClr val="4D0000"/>
              </a:buClr>
              <a:buSzPts val="1400"/>
              <a:buFont typeface="Noto Sans Symbols"/>
              <a:buChar char="◼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04800" algn="l" rtl="0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rgbClr val="7030A0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endParaRPr/>
          </a:p>
        </p:txBody>
      </p:sp>
      <p:sp>
        <p:nvSpPr>
          <p:cNvPr id="12" name="Google Shape;12;p1"/>
          <p:cNvSpPr txBox="1"/>
          <p:nvPr/>
        </p:nvSpPr>
        <p:spPr>
          <a:xfrm>
            <a:off x="8061326" y="6531168"/>
            <a:ext cx="701675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-ES"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2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8"/>
          <p:cNvSpPr txBox="1">
            <a:spLocks noGrp="1"/>
          </p:cNvSpPr>
          <p:nvPr>
            <p:ph type="ctrTitle"/>
          </p:nvPr>
        </p:nvSpPr>
        <p:spPr>
          <a:xfrm>
            <a:off x="1794838" y="1287200"/>
            <a:ext cx="7061395" cy="16238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7030A0"/>
              </a:buClr>
              <a:buSzPts val="3200"/>
              <a:buFont typeface="Arial"/>
              <a:buNone/>
            </a:pPr>
            <a:r>
              <a:rPr lang="ca-ES" sz="3100" noProof="0" dirty="0">
                <a:latin typeface="Avenir"/>
                <a:ea typeface="Avenir"/>
                <a:cs typeface="Avenir"/>
                <a:sym typeface="Avenir"/>
              </a:rPr>
              <a:t>Què caracteritza un model de cadenat?</a:t>
            </a:r>
            <a:br>
              <a:rPr lang="ca-ES" sz="3100" noProof="0" dirty="0">
                <a:latin typeface="Avenir"/>
                <a:ea typeface="Avenir"/>
                <a:cs typeface="Avenir"/>
                <a:sym typeface="Avenir"/>
              </a:rPr>
            </a:br>
            <a:r>
              <a:rPr lang="ca-ES" sz="3100" noProof="0" dirty="0">
                <a:latin typeface="Avenir"/>
                <a:ea typeface="Avenir"/>
                <a:cs typeface="Avenir"/>
                <a:sym typeface="Avenir"/>
              </a:rPr>
              <a:t>Quins models hi ha? Com els denominem?</a:t>
            </a:r>
            <a:endParaRPr lang="ca-ES" sz="2900" noProof="0" dirty="0">
              <a:latin typeface="Avenir"/>
              <a:ea typeface="Avenir"/>
              <a:cs typeface="Avenir"/>
              <a:sym typeface="Avenir"/>
            </a:endParaRPr>
          </a:p>
        </p:txBody>
      </p:sp>
      <p:pic>
        <p:nvPicPr>
          <p:cNvPr id="76" name="Google Shape;76;p8"/>
          <p:cNvPicPr preferRelativeResize="0"/>
          <p:nvPr/>
        </p:nvPicPr>
        <p:blipFill rotWithShape="1">
          <a:blip r:embed="rId3">
            <a:alphaModFix/>
          </a:blip>
          <a:srcRect b="82560"/>
          <a:stretch/>
        </p:blipFill>
        <p:spPr>
          <a:xfrm>
            <a:off x="371475" y="5045998"/>
            <a:ext cx="2628901" cy="1629519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8"/>
          <p:cNvSpPr txBox="1"/>
          <p:nvPr/>
        </p:nvSpPr>
        <p:spPr>
          <a:xfrm>
            <a:off x="3371850" y="2911051"/>
            <a:ext cx="5484383" cy="29497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2400"/>
              <a:buFont typeface="Arial"/>
              <a:buNone/>
            </a:pPr>
            <a:r>
              <a:rPr lang="ca-ES" sz="2400" b="1" i="0" u="none" strike="noStrike" cap="none" noProof="0" dirty="0">
                <a:solidFill>
                  <a:srgbClr val="262626"/>
                </a:solidFill>
                <a:latin typeface="Avenir"/>
                <a:ea typeface="Avenir"/>
                <a:cs typeface="Avenir"/>
                <a:sym typeface="Avenir"/>
              </a:rPr>
              <a:t>Membres del grup de treball:</a:t>
            </a:r>
            <a:endParaRPr lang="ca-ES" noProof="0" dirty="0">
              <a:latin typeface="Avenir"/>
              <a:ea typeface="Avenir"/>
              <a:cs typeface="Avenir"/>
              <a:sym typeface="Avenir"/>
            </a:endParaRPr>
          </a:p>
          <a:p>
            <a:pPr marL="342900" marR="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2400"/>
              <a:buFont typeface="Avenir"/>
              <a:buChar char="▪"/>
            </a:pPr>
            <a:r>
              <a:rPr lang="ca-ES" sz="2400" i="0" u="none" strike="noStrike" cap="none" noProof="0" dirty="0">
                <a:solidFill>
                  <a:srgbClr val="262626"/>
                </a:solidFill>
                <a:latin typeface="Avenir"/>
                <a:ea typeface="Avenir"/>
                <a:cs typeface="Avenir"/>
                <a:sym typeface="Avenir"/>
              </a:rPr>
              <a:t>...</a:t>
            </a:r>
            <a:endParaRPr lang="ca-ES" noProof="0" dirty="0">
              <a:latin typeface="Avenir"/>
              <a:ea typeface="Avenir"/>
              <a:cs typeface="Avenir"/>
              <a:sym typeface="Avenir"/>
            </a:endParaRPr>
          </a:p>
          <a:p>
            <a:pPr marL="342900" marR="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2400"/>
              <a:buFont typeface="Avenir"/>
              <a:buChar char="▪"/>
            </a:pPr>
            <a:r>
              <a:rPr lang="ca-ES" sz="2400" i="0" u="none" strike="noStrike" cap="none" noProof="0" dirty="0">
                <a:solidFill>
                  <a:srgbClr val="262626"/>
                </a:solidFill>
                <a:latin typeface="Avenir"/>
                <a:ea typeface="Avenir"/>
                <a:cs typeface="Avenir"/>
                <a:sym typeface="Avenir"/>
              </a:rPr>
              <a:t>...</a:t>
            </a:r>
            <a:endParaRPr lang="ca-ES" noProof="0" dirty="0">
              <a:latin typeface="Avenir"/>
              <a:ea typeface="Avenir"/>
              <a:cs typeface="Avenir"/>
              <a:sym typeface="Avenir"/>
            </a:endParaRPr>
          </a:p>
          <a:p>
            <a:pPr marL="342900" marR="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2400"/>
              <a:buFont typeface="Avenir"/>
              <a:buChar char="▪"/>
            </a:pPr>
            <a:r>
              <a:rPr lang="ca-ES" sz="2400" i="0" u="none" strike="noStrike" cap="none" noProof="0" dirty="0">
                <a:solidFill>
                  <a:srgbClr val="262626"/>
                </a:solidFill>
                <a:latin typeface="Avenir"/>
                <a:ea typeface="Avenir"/>
                <a:cs typeface="Avenir"/>
                <a:sym typeface="Avenir"/>
              </a:rPr>
              <a:t>...</a:t>
            </a:r>
            <a:endParaRPr lang="ca-ES" noProof="0" dirty="0">
              <a:latin typeface="Avenir"/>
              <a:ea typeface="Avenir"/>
              <a:cs typeface="Avenir"/>
              <a:sym typeface="Avenir"/>
            </a:endParaRPr>
          </a:p>
          <a:p>
            <a:pPr marL="342900" marR="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2400"/>
              <a:buFont typeface="Avenir"/>
              <a:buChar char="▪"/>
            </a:pPr>
            <a:r>
              <a:rPr lang="ca-ES" sz="2400" i="0" u="none" strike="noStrike" cap="none" noProof="0" dirty="0">
                <a:solidFill>
                  <a:srgbClr val="262626"/>
                </a:solidFill>
                <a:latin typeface="Avenir"/>
                <a:ea typeface="Avenir"/>
                <a:cs typeface="Avenir"/>
                <a:sym typeface="Avenir"/>
              </a:rPr>
              <a:t>...</a:t>
            </a:r>
            <a:endParaRPr lang="ca-ES" noProof="0" dirty="0">
              <a:latin typeface="Avenir"/>
              <a:ea typeface="Avenir"/>
              <a:cs typeface="Avenir"/>
              <a:sym typeface="Avenir"/>
            </a:endParaRPr>
          </a:p>
        </p:txBody>
      </p:sp>
      <p:pic>
        <p:nvPicPr>
          <p:cNvPr id="2" name="Picture 1" descr="A grey square with white text&#10;&#10;AI-generated content may be incorrect.">
            <a:extLst>
              <a:ext uri="{FF2B5EF4-FFF2-40B4-BE49-F238E27FC236}">
                <a16:creationId xmlns:a16="http://schemas.microsoft.com/office/drawing/2014/main" id="{2ADF4236-C311-988C-1EAF-F33444BF8989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8171" b="16231"/>
          <a:stretch>
            <a:fillRect/>
          </a:stretch>
        </p:blipFill>
        <p:spPr bwMode="auto">
          <a:xfrm>
            <a:off x="6563995" y="5851232"/>
            <a:ext cx="2092960" cy="556895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9"/>
          <p:cNvSpPr txBox="1">
            <a:spLocks noGrp="1"/>
          </p:cNvSpPr>
          <p:nvPr>
            <p:ph type="title"/>
          </p:nvPr>
        </p:nvSpPr>
        <p:spPr>
          <a:xfrm>
            <a:off x="1090246" y="366717"/>
            <a:ext cx="7767779" cy="640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ca-ES" sz="1600" noProof="0" dirty="0">
                <a:latin typeface="Avenir"/>
                <a:ea typeface="Avenir"/>
                <a:cs typeface="Avenir"/>
                <a:sym typeface="Avenir"/>
              </a:rPr>
              <a:t>Què caracteritza un model de cadenat? Quins models hi ha? Com els denominem?</a:t>
            </a: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BB35C86F-270B-0E50-0425-47B7F2755A7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98623574"/>
              </p:ext>
            </p:extLst>
          </p:nvPr>
        </p:nvGraphicFramePr>
        <p:xfrm>
          <a:off x="475485" y="2404872"/>
          <a:ext cx="8293609" cy="2585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34643">
                  <a:extLst>
                    <a:ext uri="{9D8B030D-6E8A-4147-A177-3AD203B41FA5}">
                      <a16:colId xmlns:a16="http://schemas.microsoft.com/office/drawing/2014/main" val="2118034456"/>
                    </a:ext>
                  </a:extLst>
                </a:gridCol>
                <a:gridCol w="5458966">
                  <a:extLst>
                    <a:ext uri="{9D8B030D-6E8A-4147-A177-3AD203B41FA5}">
                      <a16:colId xmlns:a16="http://schemas.microsoft.com/office/drawing/2014/main" val="90806276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ca-ES" noProof="0" dirty="0">
                          <a:solidFill>
                            <a:srgbClr val="150343"/>
                          </a:solidFill>
                          <a:latin typeface="Avenir"/>
                        </a:rPr>
                        <a:t>Cadenats que integren el grup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ca-ES" b="0" noProof="0" dirty="0">
                          <a:latin typeface="Avenir"/>
                        </a:rPr>
                        <a:t>Indiqueu els números o noms dels cadenats que agrupeu.</a:t>
                      </a:r>
                    </a:p>
                  </a:txBody>
                  <a:tcPr anchor="ctr">
                    <a:lnB w="12700" cap="flat" cmpd="sng" algn="ctr">
                      <a:solidFill>
                        <a:srgbClr val="E3D8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D8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ca-ES" noProof="0" dirty="0">
                          <a:solidFill>
                            <a:srgbClr val="150343"/>
                          </a:solidFill>
                          <a:latin typeface="Avenir"/>
                        </a:rPr>
                        <a:t>Càlcul del nombre de combinacions de cada cadenat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ca-ES" b="0" noProof="0" dirty="0">
                          <a:latin typeface="Avenir"/>
                        </a:rPr>
                        <a:t>Escriviu el càlcul numèric, sense el resultat</a:t>
                      </a:r>
                    </a:p>
                  </a:txBody>
                  <a:tcPr anchor="ctr">
                    <a:lnB w="12700" cap="flat" cmpd="sng" algn="ctr">
                      <a:solidFill>
                        <a:srgbClr val="E3D8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D8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108754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ca-ES" b="0" noProof="0" dirty="0">
                        <a:solidFill>
                          <a:srgbClr val="150343"/>
                        </a:solidFill>
                        <a:latin typeface="Avenir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D8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8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8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8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ca-ES" b="0" noProof="0" dirty="0">
                        <a:solidFill>
                          <a:srgbClr val="150343"/>
                        </a:solidFill>
                        <a:latin typeface="Avenir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D8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8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8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8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6355036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ca-ES" b="0" noProof="0" dirty="0">
                        <a:solidFill>
                          <a:srgbClr val="150343"/>
                        </a:solidFill>
                        <a:latin typeface="Avenir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D8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8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8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8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ca-ES" b="0" noProof="0" dirty="0">
                        <a:solidFill>
                          <a:srgbClr val="150343"/>
                        </a:solidFill>
                        <a:latin typeface="Avenir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D8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8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8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8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57658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ca-ES" b="0" noProof="0" dirty="0">
                        <a:solidFill>
                          <a:srgbClr val="150343"/>
                        </a:solidFill>
                        <a:latin typeface="Avenir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D8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8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8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8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ca-ES" b="0" noProof="0" dirty="0">
                        <a:solidFill>
                          <a:srgbClr val="150343"/>
                        </a:solidFill>
                        <a:latin typeface="Avenir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D8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8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8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8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669463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ca-ES" b="0" noProof="0" dirty="0">
                        <a:solidFill>
                          <a:srgbClr val="150343"/>
                        </a:solidFill>
                        <a:latin typeface="Avenir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D8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8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8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8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ca-ES" b="0" noProof="0" dirty="0">
                        <a:solidFill>
                          <a:srgbClr val="150343"/>
                        </a:solidFill>
                        <a:latin typeface="Avenir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D8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8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8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8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2857675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ca-ES" b="0" noProof="0" dirty="0">
                        <a:solidFill>
                          <a:srgbClr val="150343"/>
                        </a:solidFill>
                        <a:latin typeface="Avenir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D8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8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8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8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ca-ES" b="0" noProof="0" dirty="0">
                        <a:solidFill>
                          <a:srgbClr val="150343"/>
                        </a:solidFill>
                        <a:latin typeface="Avenir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D8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8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8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8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79803645"/>
                  </a:ext>
                </a:extLst>
              </a:tr>
            </a:tbl>
          </a:graphicData>
        </a:graphic>
      </p:graphicFrame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AF89C356-D1CD-6E82-CCDF-CEEA09F288D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48677298"/>
              </p:ext>
            </p:extLst>
          </p:nvPr>
        </p:nvGraphicFramePr>
        <p:xfrm>
          <a:off x="475485" y="1387856"/>
          <a:ext cx="8293610" cy="73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46805">
                  <a:extLst>
                    <a:ext uri="{9D8B030D-6E8A-4147-A177-3AD203B41FA5}">
                      <a16:colId xmlns:a16="http://schemas.microsoft.com/office/drawing/2014/main" val="1866129641"/>
                    </a:ext>
                  </a:extLst>
                </a:gridCol>
                <a:gridCol w="4146805">
                  <a:extLst>
                    <a:ext uri="{9D8B030D-6E8A-4147-A177-3AD203B41FA5}">
                      <a16:colId xmlns:a16="http://schemas.microsoft.com/office/drawing/2014/main" val="357272547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ca-ES" noProof="0" dirty="0">
                          <a:solidFill>
                            <a:srgbClr val="150343"/>
                          </a:solidFill>
                          <a:latin typeface="Avenir"/>
                        </a:rPr>
                        <a:t>Nom del grup de cadenats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ca-ES" b="0" noProof="0" dirty="0">
                          <a:latin typeface="Avenir"/>
                        </a:rPr>
                        <a:t>Proposeu un nom per identificar aquest grup que faci referència a l’estratègia de càlcul.</a:t>
                      </a:r>
                      <a:endParaRPr lang="ca-ES" b="0" noProof="0" dirty="0"/>
                    </a:p>
                  </a:txBody>
                  <a:tcPr anchor="ctr">
                    <a:lnL w="12700" cap="flat" cmpd="sng" algn="ctr">
                      <a:solidFill>
                        <a:srgbClr val="E3D8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8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8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8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D8FD"/>
                    </a:solidFill>
                  </a:tcPr>
                </a:tc>
                <a:tc>
                  <a:txBody>
                    <a:bodyPr/>
                    <a:lstStyle/>
                    <a:p>
                      <a:endParaRPr lang="ca-ES" noProof="0" dirty="0">
                        <a:solidFill>
                          <a:srgbClr val="150343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D8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8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8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8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68292997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F36B3DF0-784E-5B60-D48D-E8A811ACA6AC}"/>
              </a:ext>
            </a:extLst>
          </p:cNvPr>
          <p:cNvSpPr txBox="1"/>
          <p:nvPr/>
        </p:nvSpPr>
        <p:spPr>
          <a:xfrm>
            <a:off x="3063240" y="5276088"/>
            <a:ext cx="313639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ca-ES" noProof="0" dirty="0">
                <a:solidFill>
                  <a:srgbClr val="FF0000"/>
                </a:solidFill>
              </a:rPr>
              <a:t>Dupliqueu aquesta diapositiva tantes vegades com grups considereu.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0"/>
          <p:cNvSpPr txBox="1">
            <a:spLocks noGrp="1"/>
          </p:cNvSpPr>
          <p:nvPr>
            <p:ph type="body" idx="1"/>
          </p:nvPr>
        </p:nvSpPr>
        <p:spPr>
          <a:xfrm>
            <a:off x="474595" y="1159921"/>
            <a:ext cx="8397857" cy="52102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ca-ES" b="1" noProof="0" dirty="0">
                <a:latin typeface="Avenir"/>
                <a:ea typeface="Avenir"/>
                <a:cs typeface="Avenir"/>
                <a:sym typeface="Avenir"/>
              </a:rPr>
              <a:t>Models de cadenats</a:t>
            </a:r>
            <a:endParaRPr lang="ca-ES" noProof="0" dirty="0">
              <a:latin typeface="Avenir"/>
              <a:ea typeface="Avenir"/>
              <a:cs typeface="Avenir"/>
              <a:sym typeface="Avenir"/>
            </a:endParaRPr>
          </a:p>
          <a:p>
            <a:pPr marL="228600" lvl="0" indent="-228600" algn="l" rtl="0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2000"/>
              <a:buFont typeface="Avenir"/>
              <a:buChar char="◼"/>
            </a:pPr>
            <a:r>
              <a:rPr lang="ca-ES" noProof="0" dirty="0">
                <a:latin typeface="Avenir"/>
                <a:ea typeface="Avenir"/>
                <a:cs typeface="Avenir"/>
                <a:sym typeface="Avenir"/>
              </a:rPr>
              <a:t>Hem distingit ___ models de cadenats.</a:t>
            </a:r>
          </a:p>
          <a:p>
            <a:pPr marL="228600" lvl="0" indent="-228600" algn="l" rtl="0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2000"/>
              <a:buFont typeface="Avenir"/>
              <a:buChar char="◼"/>
            </a:pPr>
            <a:r>
              <a:rPr lang="ca-ES" noProof="0" dirty="0">
                <a:latin typeface="Avenir"/>
                <a:ea typeface="Avenir"/>
                <a:cs typeface="Avenir"/>
                <a:sym typeface="Avenir"/>
              </a:rPr>
              <a:t>El model _______ inclou els cadenats que ____________.  El nombre de codis el trobem _______________.</a:t>
            </a:r>
          </a:p>
          <a:p>
            <a:pPr marL="228600" indent="-228600">
              <a:spcBef>
                <a:spcPts val="600"/>
              </a:spcBef>
              <a:buFont typeface="Avenir"/>
              <a:buChar char="◼"/>
            </a:pPr>
            <a:r>
              <a:rPr lang="ca-ES" noProof="0" dirty="0">
                <a:latin typeface="Avenir"/>
                <a:ea typeface="Avenir"/>
                <a:cs typeface="Avenir"/>
                <a:sym typeface="Avenir"/>
              </a:rPr>
              <a:t>El model _______ inclou els cadenats que ____________.  El nombre de codis el trobem _______________.</a:t>
            </a:r>
            <a:endParaRPr lang="ca-ES" noProof="0" dirty="0"/>
          </a:p>
          <a:p>
            <a:pPr marL="228600" indent="-228600">
              <a:spcBef>
                <a:spcPts val="600"/>
              </a:spcBef>
              <a:buFont typeface="Avenir"/>
              <a:buChar char="◼"/>
            </a:pPr>
            <a:r>
              <a:rPr lang="ca-ES" noProof="0" dirty="0">
                <a:latin typeface="Avenir"/>
                <a:ea typeface="Avenir"/>
                <a:cs typeface="Avenir"/>
                <a:sym typeface="Avenir"/>
              </a:rPr>
              <a:t>El model </a:t>
            </a:r>
            <a:r>
              <a:rPr lang="ca-ES" noProof="0">
                <a:latin typeface="Avenir"/>
                <a:ea typeface="Avenir"/>
                <a:cs typeface="Avenir"/>
                <a:sym typeface="Avenir"/>
              </a:rPr>
              <a:t>_______ inclou els cadenats que ____________.  </a:t>
            </a:r>
            <a:r>
              <a:rPr lang="ca-ES" noProof="0" dirty="0">
                <a:latin typeface="Avenir"/>
                <a:ea typeface="Avenir"/>
                <a:cs typeface="Avenir"/>
                <a:sym typeface="Avenir"/>
              </a:rPr>
              <a:t>El nombre de codis el trobem _______________.</a:t>
            </a:r>
          </a:p>
          <a:p>
            <a:pPr marL="228600" indent="-228600">
              <a:spcBef>
                <a:spcPts val="600"/>
              </a:spcBef>
              <a:buFont typeface="Avenir"/>
              <a:buChar char="◼"/>
            </a:pPr>
            <a:r>
              <a:rPr lang="ca-ES" dirty="0">
                <a:latin typeface="Avenir"/>
                <a:ea typeface="Avenir"/>
                <a:cs typeface="Avenir"/>
                <a:sym typeface="Avenir"/>
              </a:rPr>
              <a:t>Per tant, si ens donen un cadenat qualsevol, per distingir el seu tipus, hem de mirar:_______________</a:t>
            </a:r>
          </a:p>
        </p:txBody>
      </p:sp>
      <p:sp>
        <p:nvSpPr>
          <p:cNvPr id="5" name="Google Shape;83;p9">
            <a:extLst>
              <a:ext uri="{FF2B5EF4-FFF2-40B4-BE49-F238E27FC236}">
                <a16:creationId xmlns:a16="http://schemas.microsoft.com/office/drawing/2014/main" id="{2B49691F-9A32-BE60-D823-CD318123B1A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90246" y="366717"/>
            <a:ext cx="7767779" cy="640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ca-ES" sz="1600" noProof="0" dirty="0">
                <a:latin typeface="Avenir"/>
                <a:ea typeface="Avenir"/>
                <a:cs typeface="Avenir"/>
                <a:sym typeface="Avenir"/>
              </a:rPr>
              <a:t>Què caracteritza un model de cadenat? Quins models hi ha? Com els denominem?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>
          <a:extLst>
            <a:ext uri="{FF2B5EF4-FFF2-40B4-BE49-F238E27FC236}">
              <a16:creationId xmlns:a16="http://schemas.microsoft.com/office/drawing/2014/main" id="{5F94E757-46BF-994A-EA97-9AA2245906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0">
            <a:extLst>
              <a:ext uri="{FF2B5EF4-FFF2-40B4-BE49-F238E27FC236}">
                <a16:creationId xmlns:a16="http://schemas.microsoft.com/office/drawing/2014/main" id="{67677395-927A-44FB-242D-F55D4A890FB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474595" y="1159921"/>
            <a:ext cx="8397857" cy="52102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ca-ES" b="1" noProof="0" dirty="0">
                <a:latin typeface="Avenir"/>
                <a:ea typeface="Avenir"/>
                <a:cs typeface="Avenir"/>
                <a:sym typeface="Avenir"/>
              </a:rPr>
              <a:t>Variables que defineixen els models de cadenats</a:t>
            </a:r>
            <a:endParaRPr lang="ca-ES" noProof="0" dirty="0"/>
          </a:p>
          <a:p>
            <a:pPr marL="342900" indent="-342900">
              <a:spcBef>
                <a:spcPts val="600"/>
              </a:spcBef>
            </a:pPr>
            <a:r>
              <a:rPr lang="ca-ES" noProof="0" dirty="0"/>
              <a:t>Identifiqueu les </a:t>
            </a:r>
            <a:r>
              <a:rPr lang="ca-ES" b="1" noProof="0" dirty="0"/>
              <a:t>variables numèriques</a:t>
            </a:r>
            <a:r>
              <a:rPr lang="ca-ES" noProof="0" dirty="0"/>
              <a:t> que defineixen els cadenats i indiqueu el valor numèric que prenen en cada cadenat.</a:t>
            </a:r>
          </a:p>
        </p:txBody>
      </p:sp>
      <p:sp>
        <p:nvSpPr>
          <p:cNvPr id="4" name="Google Shape;83;p9">
            <a:extLst>
              <a:ext uri="{FF2B5EF4-FFF2-40B4-BE49-F238E27FC236}">
                <a16:creationId xmlns:a16="http://schemas.microsoft.com/office/drawing/2014/main" id="{E67EEDC2-BF1D-9F75-4C28-21A608E3205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90246" y="366717"/>
            <a:ext cx="7767779" cy="640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ca-ES" sz="1600" noProof="0" dirty="0">
                <a:latin typeface="Avenir"/>
                <a:ea typeface="Avenir"/>
                <a:cs typeface="Avenir"/>
                <a:sym typeface="Avenir"/>
              </a:rPr>
              <a:t>Què caracteritza un model de cadenat? Quins models hi ha? Com els denominem?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CF1B21DF-C0E5-6258-F521-27CC84722D4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29740629"/>
              </p:ext>
            </p:extLst>
          </p:nvPr>
        </p:nvGraphicFramePr>
        <p:xfrm>
          <a:off x="380730" y="2673806"/>
          <a:ext cx="8382540" cy="3337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78116">
                  <a:extLst>
                    <a:ext uri="{9D8B030D-6E8A-4147-A177-3AD203B41FA5}">
                      <a16:colId xmlns:a16="http://schemas.microsoft.com/office/drawing/2014/main" val="2118034456"/>
                    </a:ext>
                  </a:extLst>
                </a:gridCol>
                <a:gridCol w="3302212">
                  <a:extLst>
                    <a:ext uri="{9D8B030D-6E8A-4147-A177-3AD203B41FA5}">
                      <a16:colId xmlns:a16="http://schemas.microsoft.com/office/drawing/2014/main" val="908062764"/>
                    </a:ext>
                  </a:extLst>
                </a:gridCol>
                <a:gridCol w="3302212">
                  <a:extLst>
                    <a:ext uri="{9D8B030D-6E8A-4147-A177-3AD203B41FA5}">
                      <a16:colId xmlns:a16="http://schemas.microsoft.com/office/drawing/2014/main" val="274060725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ca-ES" b="1" noProof="0" dirty="0">
                          <a:solidFill>
                            <a:srgbClr val="150343"/>
                          </a:solidFill>
                          <a:latin typeface="Avenir"/>
                        </a:rPr>
                        <a:t>Cadenat</a:t>
                      </a:r>
                    </a:p>
                  </a:txBody>
                  <a:tcPr anchor="ctr">
                    <a:lnB w="12700" cap="flat" cmpd="sng" algn="ctr">
                      <a:solidFill>
                        <a:srgbClr val="E3D8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D8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ca-ES" b="1" noProof="0" dirty="0">
                          <a:solidFill>
                            <a:srgbClr val="150343"/>
                          </a:solidFill>
                          <a:latin typeface="Avenir"/>
                        </a:rPr>
                        <a:t>Valor de la variable “_____________”</a:t>
                      </a:r>
                      <a:endParaRPr lang="ca-ES" b="0" noProof="0" dirty="0">
                        <a:solidFill>
                          <a:srgbClr val="150343"/>
                        </a:solidFill>
                        <a:latin typeface="Avenir"/>
                      </a:endParaRPr>
                    </a:p>
                  </a:txBody>
                  <a:tcPr anchor="ctr">
                    <a:lnB w="12700" cap="flat" cmpd="sng" algn="ctr">
                      <a:solidFill>
                        <a:srgbClr val="E3D8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D8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ca-ES" b="1" noProof="0" dirty="0">
                          <a:solidFill>
                            <a:srgbClr val="150343"/>
                          </a:solidFill>
                          <a:latin typeface="Avenir"/>
                        </a:rPr>
                        <a:t>Valor de la variable “____________”</a:t>
                      </a:r>
                    </a:p>
                  </a:txBody>
                  <a:tcPr anchor="ctr">
                    <a:lnB w="12700" cap="flat" cmpd="sng" algn="ctr">
                      <a:solidFill>
                        <a:srgbClr val="E3D8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D8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108754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ca-ES" b="0" noProof="0" dirty="0">
                          <a:solidFill>
                            <a:srgbClr val="150343"/>
                          </a:solidFill>
                          <a:latin typeface="Avenir"/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E3D8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8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8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8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ca-ES" b="0" noProof="0" dirty="0">
                        <a:solidFill>
                          <a:srgbClr val="150343"/>
                        </a:solidFill>
                        <a:latin typeface="Avenir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D8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8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8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8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ca-ES" b="0" noProof="0" dirty="0">
                        <a:solidFill>
                          <a:srgbClr val="150343"/>
                        </a:solidFill>
                        <a:latin typeface="Avenir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D8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8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8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8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6355036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ca-ES" b="0" noProof="0" dirty="0">
                          <a:solidFill>
                            <a:srgbClr val="150343"/>
                          </a:solidFill>
                          <a:latin typeface="Avenir"/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E3D8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8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8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8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ca-ES" b="0" noProof="0" dirty="0">
                        <a:solidFill>
                          <a:srgbClr val="150343"/>
                        </a:solidFill>
                        <a:latin typeface="Avenir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D8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8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8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8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ca-ES" b="0" noProof="0" dirty="0">
                        <a:solidFill>
                          <a:srgbClr val="150343"/>
                        </a:solidFill>
                        <a:latin typeface="Avenir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D8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8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8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8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57658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ca-ES" b="0" noProof="0" dirty="0">
                        <a:solidFill>
                          <a:srgbClr val="150343"/>
                        </a:solidFill>
                        <a:latin typeface="Avenir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D8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8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8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8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ca-ES" b="0" noProof="0" dirty="0">
                        <a:solidFill>
                          <a:srgbClr val="150343"/>
                        </a:solidFill>
                        <a:latin typeface="Avenir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D8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8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8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8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ca-ES" b="0" noProof="0" dirty="0">
                        <a:solidFill>
                          <a:srgbClr val="150343"/>
                        </a:solidFill>
                        <a:latin typeface="Avenir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D8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8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8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8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669463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ca-ES" b="0" noProof="0" dirty="0">
                        <a:solidFill>
                          <a:srgbClr val="150343"/>
                        </a:solidFill>
                        <a:latin typeface="Avenir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D8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8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8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8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ca-ES" b="0" noProof="0" dirty="0">
                        <a:solidFill>
                          <a:srgbClr val="150343"/>
                        </a:solidFill>
                        <a:latin typeface="Avenir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D8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8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8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8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ca-ES" b="0" noProof="0" dirty="0">
                        <a:solidFill>
                          <a:srgbClr val="150343"/>
                        </a:solidFill>
                        <a:latin typeface="Avenir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D8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8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8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8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943911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ca-ES" b="0" noProof="0" dirty="0">
                        <a:solidFill>
                          <a:srgbClr val="150343"/>
                        </a:solidFill>
                        <a:latin typeface="Avenir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D8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8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8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8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ca-ES" b="0" noProof="0" dirty="0">
                        <a:solidFill>
                          <a:srgbClr val="150343"/>
                        </a:solidFill>
                        <a:latin typeface="Avenir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D8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8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8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8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ca-ES" b="0" noProof="0" dirty="0">
                        <a:solidFill>
                          <a:srgbClr val="150343"/>
                        </a:solidFill>
                        <a:latin typeface="Avenir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D8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8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8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8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007562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ca-ES" b="0" noProof="0" dirty="0">
                        <a:solidFill>
                          <a:srgbClr val="150343"/>
                        </a:solidFill>
                        <a:latin typeface="Avenir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D8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8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8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8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ca-ES" b="0" noProof="0" dirty="0">
                        <a:solidFill>
                          <a:srgbClr val="150343"/>
                        </a:solidFill>
                        <a:latin typeface="Avenir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D8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8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8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8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ca-ES" b="0" noProof="0" dirty="0">
                        <a:solidFill>
                          <a:srgbClr val="150343"/>
                        </a:solidFill>
                        <a:latin typeface="Avenir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D8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8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8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8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287581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ca-ES" b="0" noProof="0" dirty="0">
                        <a:solidFill>
                          <a:srgbClr val="150343"/>
                        </a:solidFill>
                        <a:latin typeface="Avenir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D8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8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8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8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ca-ES" b="0" noProof="0" dirty="0">
                        <a:solidFill>
                          <a:srgbClr val="150343"/>
                        </a:solidFill>
                        <a:latin typeface="Avenir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D8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8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8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8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ca-ES" b="0" noProof="0" dirty="0">
                        <a:solidFill>
                          <a:srgbClr val="150343"/>
                        </a:solidFill>
                        <a:latin typeface="Avenir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D8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8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8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8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18280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ca-ES" b="0" noProof="0" dirty="0">
                        <a:solidFill>
                          <a:srgbClr val="150343"/>
                        </a:solidFill>
                        <a:latin typeface="Avenir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D8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8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8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8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ca-ES" b="0" noProof="0" dirty="0">
                        <a:solidFill>
                          <a:srgbClr val="150343"/>
                        </a:solidFill>
                        <a:latin typeface="Avenir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D8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8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8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8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ca-ES" b="0" noProof="0" dirty="0">
                        <a:solidFill>
                          <a:srgbClr val="150343"/>
                        </a:solidFill>
                        <a:latin typeface="Avenir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D8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8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8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8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8962484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7988742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>
          <a:extLst>
            <a:ext uri="{FF2B5EF4-FFF2-40B4-BE49-F238E27FC236}">
              <a16:creationId xmlns:a16="http://schemas.microsoft.com/office/drawing/2014/main" id="{1A65D79E-5D4E-F0C5-1D29-BE23BBFEBE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0">
            <a:extLst>
              <a:ext uri="{FF2B5EF4-FFF2-40B4-BE49-F238E27FC236}">
                <a16:creationId xmlns:a16="http://schemas.microsoft.com/office/drawing/2014/main" id="{F17D3A54-A27A-14A5-271C-3ADBAE7ABF7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474595" y="1159921"/>
            <a:ext cx="8397857" cy="52102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ca-ES" b="1" noProof="0" dirty="0">
                <a:latin typeface="Avenir"/>
                <a:ea typeface="Avenir"/>
                <a:cs typeface="Avenir"/>
                <a:sym typeface="Avenir"/>
              </a:rPr>
              <a:t>Fórmules </a:t>
            </a:r>
            <a:r>
              <a:rPr lang="ca-ES" b="1" noProof="0" dirty="0" err="1">
                <a:latin typeface="Avenir"/>
                <a:ea typeface="Avenir"/>
                <a:cs typeface="Avenir"/>
                <a:sym typeface="Avenir"/>
              </a:rPr>
              <a:t>algebràiques</a:t>
            </a:r>
            <a:endParaRPr lang="ca-ES" noProof="0" dirty="0"/>
          </a:p>
        </p:txBody>
      </p:sp>
      <p:sp>
        <p:nvSpPr>
          <p:cNvPr id="4" name="Google Shape;83;p9">
            <a:extLst>
              <a:ext uri="{FF2B5EF4-FFF2-40B4-BE49-F238E27FC236}">
                <a16:creationId xmlns:a16="http://schemas.microsoft.com/office/drawing/2014/main" id="{709AA1A1-99CA-CF15-6FE6-B3339CD8406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90246" y="366717"/>
            <a:ext cx="7767779" cy="640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ca-ES" sz="1600" noProof="0" dirty="0">
                <a:latin typeface="Avenir"/>
                <a:ea typeface="Avenir"/>
                <a:cs typeface="Avenir"/>
                <a:sym typeface="Avenir"/>
              </a:rPr>
              <a:t>Què caracteritza un model de cadenat? Quins models hi ha? Com els denominem?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9EFAECC8-31B7-A2E0-E375-E6571D2BF26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54290282"/>
              </p:ext>
            </p:extLst>
          </p:nvPr>
        </p:nvGraphicFramePr>
        <p:xfrm>
          <a:off x="380730" y="2052014"/>
          <a:ext cx="8382540" cy="1844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78116">
                  <a:extLst>
                    <a:ext uri="{9D8B030D-6E8A-4147-A177-3AD203B41FA5}">
                      <a16:colId xmlns:a16="http://schemas.microsoft.com/office/drawing/2014/main" val="2118034456"/>
                    </a:ext>
                  </a:extLst>
                </a:gridCol>
                <a:gridCol w="3302212">
                  <a:extLst>
                    <a:ext uri="{9D8B030D-6E8A-4147-A177-3AD203B41FA5}">
                      <a16:colId xmlns:a16="http://schemas.microsoft.com/office/drawing/2014/main" val="908062764"/>
                    </a:ext>
                  </a:extLst>
                </a:gridCol>
                <a:gridCol w="3302212">
                  <a:extLst>
                    <a:ext uri="{9D8B030D-6E8A-4147-A177-3AD203B41FA5}">
                      <a16:colId xmlns:a16="http://schemas.microsoft.com/office/drawing/2014/main" val="274060725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ca-ES" b="0" noProof="0" dirty="0">
                          <a:solidFill>
                            <a:srgbClr val="150343"/>
                          </a:solidFill>
                          <a:latin typeface="Avenir"/>
                        </a:rPr>
                        <a:t>Nom del grup de cadenats (o </a:t>
                      </a:r>
                      <a:r>
                        <a:rPr lang="ca-ES" b="1" noProof="0" dirty="0">
                          <a:solidFill>
                            <a:srgbClr val="150343"/>
                          </a:solidFill>
                          <a:latin typeface="Avenir"/>
                        </a:rPr>
                        <a:t>model</a:t>
                      </a:r>
                      <a:r>
                        <a:rPr lang="ca-ES" b="0" noProof="0" dirty="0">
                          <a:solidFill>
                            <a:srgbClr val="150343"/>
                          </a:solidFill>
                          <a:latin typeface="Avenir"/>
                        </a:rPr>
                        <a:t>)</a:t>
                      </a:r>
                    </a:p>
                  </a:txBody>
                  <a:tcPr anchor="ctr">
                    <a:lnB w="12700" cap="flat" cmpd="sng" algn="ctr">
                      <a:solidFill>
                        <a:srgbClr val="E3D8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D8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ca-ES" b="1" noProof="0" dirty="0">
                          <a:solidFill>
                            <a:srgbClr val="150343"/>
                          </a:solidFill>
                          <a:latin typeface="Avenir"/>
                        </a:rPr>
                        <a:t>Descripció </a:t>
                      </a:r>
                      <a:r>
                        <a:rPr lang="ca-ES" b="0" noProof="0" dirty="0">
                          <a:solidFill>
                            <a:srgbClr val="150343"/>
                          </a:solidFill>
                          <a:latin typeface="Avenir"/>
                        </a:rPr>
                        <a:t>de com es calcula, en el cas general, el nombre de codis</a:t>
                      </a:r>
                    </a:p>
                  </a:txBody>
                  <a:tcPr anchor="ctr">
                    <a:lnB w="12700" cap="flat" cmpd="sng" algn="ctr">
                      <a:solidFill>
                        <a:srgbClr val="E3D8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D8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ca-ES" b="0" noProof="0" dirty="0">
                          <a:solidFill>
                            <a:srgbClr val="150343"/>
                          </a:solidFill>
                          <a:latin typeface="Avenir"/>
                        </a:rPr>
                        <a:t>Proposta de </a:t>
                      </a:r>
                      <a:r>
                        <a:rPr lang="ca-ES" b="1" noProof="0" dirty="0">
                          <a:solidFill>
                            <a:srgbClr val="150343"/>
                          </a:solidFill>
                          <a:latin typeface="Avenir"/>
                        </a:rPr>
                        <a:t>fórmula</a:t>
                      </a:r>
                      <a:r>
                        <a:rPr lang="ca-ES" b="0" noProof="0" dirty="0">
                          <a:solidFill>
                            <a:srgbClr val="150343"/>
                          </a:solidFill>
                          <a:latin typeface="Avenir"/>
                        </a:rPr>
                        <a:t> simbòlica o algebraica per calcular el nombre total de codis</a:t>
                      </a:r>
                    </a:p>
                  </a:txBody>
                  <a:tcPr anchor="ctr">
                    <a:lnB w="12700" cap="flat" cmpd="sng" algn="ctr">
                      <a:solidFill>
                        <a:srgbClr val="E3D8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D8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108754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ca-ES" b="0" noProof="0" dirty="0">
                        <a:solidFill>
                          <a:srgbClr val="150343"/>
                        </a:solidFill>
                        <a:latin typeface="Avenir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D8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8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8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8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ca-ES" b="0" noProof="0" dirty="0">
                        <a:solidFill>
                          <a:srgbClr val="150343"/>
                        </a:solidFill>
                        <a:latin typeface="Avenir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D8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8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8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8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ca-ES" b="0" noProof="0" dirty="0">
                        <a:solidFill>
                          <a:srgbClr val="150343"/>
                        </a:solidFill>
                        <a:latin typeface="Avenir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D8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8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8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8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6355036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ca-ES" b="0" noProof="0" dirty="0">
                        <a:solidFill>
                          <a:srgbClr val="150343"/>
                        </a:solidFill>
                        <a:latin typeface="Avenir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D8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8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8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8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ca-ES" b="0" noProof="0" dirty="0">
                        <a:solidFill>
                          <a:srgbClr val="150343"/>
                        </a:solidFill>
                        <a:latin typeface="Avenir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D8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8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8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8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ca-ES" b="0" noProof="0" dirty="0">
                        <a:solidFill>
                          <a:srgbClr val="150343"/>
                        </a:solidFill>
                        <a:latin typeface="Avenir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D8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8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8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8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57658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ca-ES" b="0" noProof="0" dirty="0">
                        <a:solidFill>
                          <a:srgbClr val="150343"/>
                        </a:solidFill>
                        <a:latin typeface="Avenir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D8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8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8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8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ca-ES" b="0" noProof="0" dirty="0">
                        <a:solidFill>
                          <a:srgbClr val="150343"/>
                        </a:solidFill>
                        <a:latin typeface="Avenir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D8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8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8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8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ca-ES" b="0" noProof="0" dirty="0">
                        <a:solidFill>
                          <a:srgbClr val="150343"/>
                        </a:solidFill>
                        <a:latin typeface="Avenir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D8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8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8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8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66946348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CB19A486-E06E-5A8D-B341-F5E17EF0416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00049010"/>
              </p:ext>
            </p:extLst>
          </p:nvPr>
        </p:nvGraphicFramePr>
        <p:xfrm>
          <a:off x="4852416" y="1167620"/>
          <a:ext cx="3910854" cy="73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55427">
                  <a:extLst>
                    <a:ext uri="{9D8B030D-6E8A-4147-A177-3AD203B41FA5}">
                      <a16:colId xmlns:a16="http://schemas.microsoft.com/office/drawing/2014/main" val="1866129641"/>
                    </a:ext>
                  </a:extLst>
                </a:gridCol>
                <a:gridCol w="1955427">
                  <a:extLst>
                    <a:ext uri="{9D8B030D-6E8A-4147-A177-3AD203B41FA5}">
                      <a16:colId xmlns:a16="http://schemas.microsoft.com/office/drawing/2014/main" val="357272547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ca-ES" noProof="0" dirty="0">
                          <a:solidFill>
                            <a:srgbClr val="150343"/>
                          </a:solidFill>
                          <a:latin typeface="Avenir"/>
                        </a:rPr>
                        <a:t>Variables considerades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ca-ES" b="0" noProof="0" dirty="0">
                          <a:latin typeface="Avenir"/>
                        </a:rPr>
                        <a:t>Definiu les lletres i què representen</a:t>
                      </a:r>
                      <a:endParaRPr lang="ca-ES" b="0" noProof="0" dirty="0"/>
                    </a:p>
                  </a:txBody>
                  <a:tcPr anchor="ctr">
                    <a:lnL w="12700" cap="flat" cmpd="sng" algn="ctr">
                      <a:solidFill>
                        <a:srgbClr val="E3D8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8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8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8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D8FD"/>
                    </a:solidFill>
                  </a:tcPr>
                </a:tc>
                <a:tc>
                  <a:txBody>
                    <a:bodyPr/>
                    <a:lstStyle/>
                    <a:p>
                      <a:endParaRPr lang="ca-ES" noProof="0" dirty="0">
                        <a:solidFill>
                          <a:srgbClr val="150343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D8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8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8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8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6829299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39963010"/>
      </p:ext>
    </p:extLst>
  </p:cSld>
  <p:clrMapOvr>
    <a:masterClrMapping/>
  </p:clrMapOvr>
</p:sld>
</file>

<file path=ppt/theme/theme1.xml><?xml version="1.0" encoding="utf-8"?>
<a:theme xmlns:a="http://schemas.openxmlformats.org/drawingml/2006/main" name="Plaza">
  <a:themeElements>
    <a:clrScheme name="Plaza">
      <a:dk1>
        <a:srgbClr val="000000"/>
      </a:dk1>
      <a:lt1>
        <a:srgbClr val="FFFFFF"/>
      </a:lt1>
      <a:dk2>
        <a:srgbClr val="333333"/>
      </a:dk2>
      <a:lt2>
        <a:srgbClr val="CCCCCC"/>
      </a:lt2>
      <a:accent1>
        <a:srgbClr val="990000"/>
      </a:accent1>
      <a:accent2>
        <a:srgbClr val="580101"/>
      </a:accent2>
      <a:accent3>
        <a:srgbClr val="E94A00"/>
      </a:accent3>
      <a:accent4>
        <a:srgbClr val="EB8F00"/>
      </a:accent4>
      <a:accent5>
        <a:srgbClr val="A4A4A4"/>
      </a:accent5>
      <a:accent6>
        <a:srgbClr val="666666"/>
      </a:accent6>
      <a:hlink>
        <a:srgbClr val="D01010"/>
      </a:hlink>
      <a:folHlink>
        <a:srgbClr val="E6682E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313</Words>
  <Application>Microsoft Office PowerPoint</Application>
  <PresentationFormat>On-screen Show (4:3)</PresentationFormat>
  <Paragraphs>37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1" baseType="lpstr">
      <vt:lpstr>Noto Sans Symbols</vt:lpstr>
      <vt:lpstr>Calibri</vt:lpstr>
      <vt:lpstr>Avenir</vt:lpstr>
      <vt:lpstr>Century Gothic</vt:lpstr>
      <vt:lpstr>Arial</vt:lpstr>
      <vt:lpstr>Plaza</vt:lpstr>
      <vt:lpstr>Què caracteritza un model de cadenat? Quins models hi ha? Com els denominem?</vt:lpstr>
      <vt:lpstr>Què caracteritza un model de cadenat? Quins models hi ha? Com els denominem?</vt:lpstr>
      <vt:lpstr>Què caracteritza un model de cadenat? Quins models hi ha? Com els denominem?</vt:lpstr>
      <vt:lpstr>Què caracteritza un model de cadenat? Quins models hi ha? Com els denominem?</vt:lpstr>
      <vt:lpstr>Què caracteritza un model de cadenat? Quins models hi ha? Com els denominem?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Susana Vasquez Elias</cp:lastModifiedBy>
  <cp:revision>1</cp:revision>
  <dcterms:modified xsi:type="dcterms:W3CDTF">2025-10-16T17:21:03Z</dcterms:modified>
</cp:coreProperties>
</file>