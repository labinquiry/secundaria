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7099300" cy="10234613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A623CE-E0FF-4446-9D64-3A69D6BD058C}" v="3" dt="2025-10-16T17:33:37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ásquez" userId="dffc548e-2323-4ffc-a8aa-757e426c1faa" providerId="ADAL" clId="{CF63DCFE-6E8F-49D3-8CA1-5C5CC042C0EF}"/>
    <pc:docChg chg="modSld">
      <pc:chgData name="Susana Vásquez" userId="dffc548e-2323-4ffc-a8aa-757e426c1faa" providerId="ADAL" clId="{CF63DCFE-6E8F-49D3-8CA1-5C5CC042C0EF}" dt="2025-01-13T18:05:34.509" v="37" actId="20577"/>
      <pc:docMkLst>
        <pc:docMk/>
      </pc:docMkLst>
      <pc:sldChg chg="modSp mod">
        <pc:chgData name="Susana Vásquez" userId="dffc548e-2323-4ffc-a8aa-757e426c1faa" providerId="ADAL" clId="{CF63DCFE-6E8F-49D3-8CA1-5C5CC042C0EF}" dt="2025-01-13T18:05:04.101" v="20" actId="20577"/>
        <pc:sldMkLst>
          <pc:docMk/>
          <pc:sldMk cId="0" sldId="257"/>
        </pc:sldMkLst>
      </pc:sldChg>
      <pc:sldChg chg="modSp mod">
        <pc:chgData name="Susana Vásquez" userId="dffc548e-2323-4ffc-a8aa-757e426c1faa" providerId="ADAL" clId="{CF63DCFE-6E8F-49D3-8CA1-5C5CC042C0EF}" dt="2025-01-13T18:05:17.117" v="31" actId="20577"/>
        <pc:sldMkLst>
          <pc:docMk/>
          <pc:sldMk cId="0" sldId="258"/>
        </pc:sldMkLst>
      </pc:sldChg>
      <pc:sldChg chg="modSp mod">
        <pc:chgData name="Susana Vásquez" userId="dffc548e-2323-4ffc-a8aa-757e426c1faa" providerId="ADAL" clId="{CF63DCFE-6E8F-49D3-8CA1-5C5CC042C0EF}" dt="2025-01-13T18:05:34.509" v="37" actId="20577"/>
        <pc:sldMkLst>
          <pc:docMk/>
          <pc:sldMk cId="0" sldId="260"/>
        </pc:sldMkLst>
      </pc:sldChg>
    </pc:docChg>
  </pc:docChgLst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33:39.460" v="3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33:39.460" v="3" actId="1076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33:34.538" v="1"/>
          <ac:picMkLst>
            <pc:docMk/>
            <pc:sldMk cId="0" sldId="256"/>
            <ac:picMk id="2" creationId="{CEA99FB5-496B-C6D2-D50E-A549CAA0AEB8}"/>
          </ac:picMkLst>
        </pc:picChg>
        <pc:picChg chg="add mod">
          <ac:chgData name="Susana Vasquez Elias" userId="e776416f-e583-4d77-b224-146689d50a03" providerId="ADAL" clId="{3C100498-C411-419B-B5E6-C2EF21CD595F}" dt="2025-10-16T17:33:39.460" v="3" actId="1076"/>
          <ac:picMkLst>
            <pc:docMk/>
            <pc:sldMk cId="0" sldId="256"/>
            <ac:picMk id="3" creationId="{2ADF4236-C311-988C-1EAF-F33444BF89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5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300" cy="4605600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300" cy="4605600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5000" cy="3837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1795269" y="268288"/>
            <a:ext cx="7061395" cy="909694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794838" y="1617740"/>
            <a:ext cx="7061395" cy="27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Arial"/>
              <a:buNone/>
              <a:defRPr sz="3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794838" y="4400950"/>
            <a:ext cx="7061397" cy="195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387532" y="562359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942910" y="354419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047801">
            <a:off x="1189032" y="715026"/>
            <a:ext cx="568525" cy="50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3" descr="Imatge que conté Font, Gràfics, logotip, blanc&#10;&#10;Descripció generada automàticame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457200" y="6463030"/>
            <a:ext cx="8305800" cy="1588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4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3366168">
            <a:off x="625062" y="4589345"/>
            <a:ext cx="2238710" cy="110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3290501" y="1020435"/>
            <a:ext cx="2986372" cy="298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57026" y="4592831"/>
            <a:ext cx="2312471" cy="204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2700000">
            <a:off x="7042460" y="1506115"/>
            <a:ext cx="1617659" cy="1617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7">
            <a:alphaModFix amt="20000"/>
          </a:blip>
          <a:srcRect/>
          <a:stretch/>
        </p:blipFill>
        <p:spPr>
          <a:xfrm>
            <a:off x="3813489" y="4311578"/>
            <a:ext cx="2012976" cy="222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8">
            <a:alphaModFix amt="20000"/>
          </a:blip>
          <a:srcRect/>
          <a:stretch/>
        </p:blipFill>
        <p:spPr>
          <a:xfrm rot="-1281876">
            <a:off x="-8279" y="1428163"/>
            <a:ext cx="2862791" cy="14313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body" idx="2"/>
          </p:nvPr>
        </p:nvSpPr>
        <p:spPr>
          <a:xfrm>
            <a:off x="455625" y="3568848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3" name="Google Shape;43;p4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5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5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5833867" y="2178551"/>
            <a:ext cx="3695700" cy="363177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body" idx="2"/>
          </p:nvPr>
        </p:nvSpPr>
        <p:spPr>
          <a:xfrm>
            <a:off x="460394" y="3679311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5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95053" y="4581109"/>
            <a:ext cx="2312471" cy="20490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760847" y="122342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3DB087"/>
              </a:buClr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8" name="Google Shape;58;p6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9" name="Google Shape;59;p6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5400000">
            <a:off x="-469939" y="1858192"/>
            <a:ext cx="5582573" cy="38536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460395" y="120747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83431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entury Gothic"/>
              <a:buAutoNum type="romanUcPeriod"/>
              <a:defRPr sz="2400"/>
            </a:lvl1pPr>
            <a:lvl2pPr marL="914400" lvl="1" indent="-355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entury Gothic"/>
              <a:buAutoNum type="romanUcPeriod"/>
              <a:defRPr sz="2000"/>
            </a:lvl2pPr>
            <a:lvl3pPr marL="1371600" lvl="2" indent="-3429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AutoNum type="romanUcPeriod"/>
              <a:defRPr sz="1800"/>
            </a:lvl3pPr>
            <a:lvl4pPr marL="1828800" lvl="3" indent="-330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AutoNum type="romanUcPeriod"/>
              <a:defRPr sz="1600"/>
            </a:lvl4pPr>
            <a:lvl5pPr marL="2286000" lvl="4" indent="-3175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AutoNum type="romanUcPeriod"/>
              <a:defRPr sz="1400"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1" y="6504318"/>
            <a:ext cx="967551" cy="30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04318"/>
            <a:ext cx="907100" cy="2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1097119" y="366717"/>
            <a:ext cx="7388352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8718243">
            <a:off x="7231658" y="6549392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2209800"/>
            <a:ext cx="8305800" cy="422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Noto Sans Symbols"/>
              <a:buChar char="◼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D0000"/>
              </a:buClr>
              <a:buSzPts val="14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8061326" y="6531168"/>
            <a:ext cx="701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ctrTitle"/>
          </p:nvPr>
        </p:nvSpPr>
        <p:spPr>
          <a:xfrm>
            <a:off x="1794838" y="1287200"/>
            <a:ext cx="7061395" cy="162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Arial"/>
              <a:buNone/>
            </a:pPr>
            <a:r>
              <a:rPr lang="es" sz="3100">
                <a:latin typeface="Avenir"/>
                <a:ea typeface="Avenir"/>
                <a:cs typeface="Avenir"/>
                <a:sym typeface="Avenir"/>
              </a:rPr>
              <a:t>¿Cuántos códigos admite el candado _____?</a:t>
            </a:r>
            <a:endParaRPr sz="29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3">
            <a:alphaModFix/>
          </a:blip>
          <a:srcRect b="82560"/>
          <a:stretch/>
        </p:blipFill>
        <p:spPr>
          <a:xfrm>
            <a:off x="371475" y="5045998"/>
            <a:ext cx="2628901" cy="162951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3371850" y="2911051"/>
            <a:ext cx="5484383" cy="294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s" sz="2400" b="1" i="0" u="none" strike="noStrike" cap="none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Miembros del grupo de trabajo: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s" sz="2400" i="0" u="none" strike="noStrike" cap="none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s" sz="2400" i="0" u="none" strike="noStrike" cap="none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s" sz="2400" i="0" u="none" strike="noStrike" cap="none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es" sz="2400" i="0" u="none" strike="noStrike" cap="none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" name="Picture 2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6679565" y="5860757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b="1" dirty="0">
                <a:latin typeface="Avenir"/>
                <a:ea typeface="Avenir"/>
                <a:cs typeface="Avenir"/>
                <a:sym typeface="Avenir"/>
              </a:rPr>
              <a:t>Características del candado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 dirty="0">
                <a:latin typeface="Avenir"/>
                <a:ea typeface="Avenir"/>
                <a:cs typeface="Avenir"/>
                <a:sym typeface="Avenir"/>
              </a:rPr>
              <a:t>¿Cuáles son las características del candado que estáis estudiando?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¿Cuántos códigos admite el candado que hemos estudiado?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b="1" dirty="0">
                <a:latin typeface="Avenir"/>
                <a:ea typeface="Avenir"/>
                <a:cs typeface="Avenir"/>
                <a:sym typeface="Avenir"/>
              </a:rPr>
              <a:t>Simulación de posibles códigos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 dirty="0">
                <a:latin typeface="Avenir"/>
                <a:ea typeface="Avenir"/>
                <a:cs typeface="Avenir"/>
                <a:sym typeface="Avenir"/>
              </a:rPr>
              <a:t>¿Cómo generar la lista (aunque sea parcial) de posibles códigos que admite el candado? </a:t>
            </a:r>
            <a:r>
              <a:rPr lang="es" dirty="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Añadir fotografías de cómo ha elaborado los listados con los códigos.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 dirty="0">
                <a:latin typeface="Avenir"/>
                <a:ea typeface="Avenir"/>
                <a:cs typeface="Avenir"/>
                <a:sym typeface="Avenir"/>
              </a:rPr>
              <a:t>¿Cuál es el total de códigos que admite vuestro candado?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¿Cuántos códigos admite el candado que hemos estudiado?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b="1">
                <a:latin typeface="Avenir"/>
                <a:ea typeface="Avenir"/>
                <a:cs typeface="Avenir"/>
                <a:sym typeface="Avenir"/>
              </a:rPr>
              <a:t>Justificación de cómo se ha encontrado el número de códigos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¿Qué estrategias o técnicas de recuento se han utilizado? </a:t>
            </a:r>
            <a:r>
              <a:rPr lang="es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Añadir fotografías de cómo ha elaborado los listados con los códigos.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¿Cómo nos hemos asegurado que no hemos contado códigos de más o menos?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¿Cuántos códigos admite el candado que hemos estudiado?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900" cy="5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b="1" dirty="0">
                <a:latin typeface="Avenir"/>
                <a:ea typeface="Avenir"/>
                <a:cs typeface="Avenir"/>
                <a:sym typeface="Avenir"/>
              </a:rPr>
              <a:t>Otras cuestiones sobre el candado – </a:t>
            </a:r>
            <a:r>
              <a:rPr lang="es" b="1" dirty="0">
                <a:solidFill>
                  <a:srgbClr val="7030A0"/>
                </a:solidFill>
                <a:latin typeface="Avenir"/>
                <a:ea typeface="Avenir"/>
                <a:cs typeface="Avenir"/>
                <a:sym typeface="Avenir"/>
              </a:rPr>
              <a:t>Sobre el tiempo para abrir el candado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 dirty="0">
                <a:latin typeface="Avenir"/>
                <a:ea typeface="Avenir"/>
                <a:cs typeface="Avenir"/>
                <a:sym typeface="Avenir"/>
              </a:rPr>
              <a:t>Si tenemos que abrir el candado probando todos los códigos, ¿cuánto tiempo (mínimo y máximo) se estima que se tardaría en abrir el candado?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 dirty="0">
                <a:latin typeface="Avenir"/>
                <a:ea typeface="Avenir"/>
                <a:cs typeface="Avenir"/>
                <a:sym typeface="Avenir"/>
              </a:rPr>
              <a:t>...</a:t>
            </a:r>
            <a:endParaRPr dirty="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¿Cuántos códigos admite el candado que hemos estudiado?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900" cy="5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b="1">
                <a:latin typeface="Avenir"/>
                <a:ea typeface="Avenir"/>
                <a:cs typeface="Avenir"/>
                <a:sym typeface="Avenir"/>
              </a:rPr>
              <a:t>Otras cuestiones sobre el candado – </a:t>
            </a:r>
            <a:r>
              <a:rPr lang="es" b="1">
                <a:solidFill>
                  <a:srgbClr val="7030A0"/>
                </a:solidFill>
                <a:latin typeface="Avenir"/>
                <a:ea typeface="Avenir"/>
                <a:cs typeface="Avenir"/>
                <a:sym typeface="Avenir"/>
              </a:rPr>
              <a:t>Variaciones en el candado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Char char="◼"/>
            </a:pPr>
            <a:r>
              <a:rPr lang="es" b="1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s">
                <a:latin typeface="Avenir"/>
                <a:ea typeface="Avenir"/>
                <a:cs typeface="Avenir"/>
                <a:sym typeface="Avenir"/>
              </a:rPr>
              <a:t>Si tenemos el mismo candado con una casilla más, ¿cómo encontraríamos el número total de códigos que admite?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¿Y si tenemos un elementos más por casilla? ¿Qué pasaría entonces?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venir"/>
                <a:ea typeface="Avenir"/>
                <a:cs typeface="Avenir"/>
                <a:sym typeface="Avenir"/>
              </a:rPr>
              <a:t>¿Cuántos códigos admite el candado que hemos estudiado?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On-screen Show (4:3)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Avenir</vt:lpstr>
      <vt:lpstr>Noto Sans Symbols</vt:lpstr>
      <vt:lpstr>Century Gothic</vt:lpstr>
      <vt:lpstr>Arial</vt:lpstr>
      <vt:lpstr>Plaza</vt:lpstr>
      <vt:lpstr>¿Cuántos códigos admite el candado _____?</vt:lpstr>
      <vt:lpstr>¿Cuántos códigos admite el candado que hemos estudiado?</vt:lpstr>
      <vt:lpstr>¿Cuántos códigos admite el candado que hemos estudiado?</vt:lpstr>
      <vt:lpstr>¿Cuántos códigos admite el candado que hemos estudiado?</vt:lpstr>
      <vt:lpstr>¿Cuántos códigos admite el candado que hemos estudiado?</vt:lpstr>
      <vt:lpstr>¿Cuántos códigos admite el candado que hemos estudiado?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Susana Vasquez Elias</cp:lastModifiedBy>
  <cp:revision>1</cp:revision>
  <dcterms:modified xsi:type="dcterms:W3CDTF">2025-10-16T17:33:39Z</dcterms:modified>
</cp:coreProperties>
</file>