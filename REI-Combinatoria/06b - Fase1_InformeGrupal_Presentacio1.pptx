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88602-FD60-4174-8F12-702902BF1C32}" v="1" dt="2025-10-16T17:11:33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11:40.073" v="2" actId="14100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11:40.073" v="2" actId="14100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11:40.073" v="2" actId="14100"/>
          <ac:picMkLst>
            <pc:docMk/>
            <pc:sldMk cId="0" sldId="256"/>
            <ac:picMk id="2" creationId="{2ADF4236-C311-988C-1EAF-F33444BF8989}"/>
          </ac:picMkLst>
        </pc:picChg>
        <pc:picChg chg="add mod">
          <ac:chgData name="Susana Vasquez Elias" userId="e776416f-e583-4d77-b224-146689d50a03" providerId="ADAL" clId="{3C100498-C411-419B-B5E6-C2EF21CD595F}" dt="2025-10-16T17:11:40.073" v="2" actId="14100"/>
          <ac:picMkLst>
            <pc:docMk/>
            <pc:sldMk cId="0" sldId="256"/>
            <ac:picMk id="3" creationId="{E8D9D205-A0D9-6896-FFD7-6FA7C3F8E1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50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300" cy="4605600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5000" cy="3837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795269" y="268288"/>
            <a:ext cx="7061395" cy="909694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94838" y="1617740"/>
            <a:ext cx="7061395" cy="27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Arial"/>
              <a:buNone/>
              <a:defRPr sz="3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94838" y="4400950"/>
            <a:ext cx="7061397" cy="1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7532" y="562359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942910" y="354419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047801">
            <a:off x="1189032" y="715026"/>
            <a:ext cx="568525" cy="50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3" descr="Imatge que conté Font, Gràfics, logotip, blanc&#10;&#10;Descripció generada automàtica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457200" y="6463030"/>
            <a:ext cx="8305800" cy="1588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3366168">
            <a:off x="625062" y="4589345"/>
            <a:ext cx="2238710" cy="1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290501" y="1020435"/>
            <a:ext cx="2986372" cy="298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57026" y="4592831"/>
            <a:ext cx="2312471" cy="204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2700000">
            <a:off x="7042460" y="1506115"/>
            <a:ext cx="1617659" cy="161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3813489" y="4311578"/>
            <a:ext cx="2012976" cy="222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 rot="-1281876">
            <a:off x="-8279" y="1428163"/>
            <a:ext cx="2862791" cy="14313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455625" y="3568848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" name="Google Shape;43;p4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5833867" y="2178551"/>
            <a:ext cx="3695700" cy="36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60394" y="3679311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5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95053" y="4581109"/>
            <a:ext cx="2312471" cy="20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760847" y="122342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DB087"/>
              </a:buClr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6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5400000">
            <a:off x="-469939" y="1858192"/>
            <a:ext cx="5582573" cy="3853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460395" y="120747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83431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AutoNum type="romanUcPeriod"/>
              <a:defRPr sz="2400"/>
            </a:lvl1pPr>
            <a:lvl2pPr marL="914400" lvl="1" indent="-355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entury Gothic"/>
              <a:buAutoNum type="romanUcPeriod"/>
              <a:defRPr sz="2000"/>
            </a:lvl2pPr>
            <a:lvl3pPr marL="1371600" lvl="2" indent="-3429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AutoNum type="romanUcPeriod"/>
              <a:defRPr sz="1800"/>
            </a:lvl3pPr>
            <a:lvl4pPr marL="1828800" lvl="3" indent="-330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AutoNum type="romanUcPeriod"/>
              <a:defRPr sz="1600"/>
            </a:lvl4pPr>
            <a:lvl5pPr marL="2286000" lvl="4" indent="-3175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AutoNum type="romanUcPeriod"/>
              <a:defRPr sz="1400"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1" y="6504318"/>
            <a:ext cx="967551" cy="30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04318"/>
            <a:ext cx="907100" cy="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097119" y="366717"/>
            <a:ext cx="7388352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8718243">
            <a:off x="7231658" y="6549392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09800"/>
            <a:ext cx="8305800" cy="422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D0000"/>
              </a:buClr>
              <a:buSzPts val="14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8061326" y="6531168"/>
            <a:ext cx="701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ctrTitle"/>
          </p:nvPr>
        </p:nvSpPr>
        <p:spPr>
          <a:xfrm>
            <a:off x="1794838" y="1287200"/>
            <a:ext cx="7061395" cy="162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>
              <a:rPr lang="ca-ES" sz="3100">
                <a:latin typeface="Avenir"/>
                <a:ea typeface="Avenir"/>
                <a:cs typeface="Avenir"/>
                <a:sym typeface="Avenir"/>
              </a:rPr>
              <a:t>Quants codis admet el cadenat _____?</a:t>
            </a:r>
            <a:endParaRPr sz="290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82560"/>
          <a:stretch/>
        </p:blipFill>
        <p:spPr>
          <a:xfrm>
            <a:off x="371475" y="5045998"/>
            <a:ext cx="2628901" cy="162951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3371850" y="2911051"/>
            <a:ext cx="5484383" cy="294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ca-ES" sz="2400" b="1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Membres del grup de treball: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>
              <a:rPr lang="ca-ES" sz="2400" i="0" u="none" strike="noStrike" cap="none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4023994" y="319643"/>
            <a:ext cx="2540927" cy="6760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áfico 5">
            <a:extLst>
              <a:ext uri="{FF2B5EF4-FFF2-40B4-BE49-F238E27FC236}">
                <a16:creationId xmlns:a16="http://schemas.microsoft.com/office/drawing/2014/main" id="{E8D9D205-A0D9-6896-FFD7-6FA7C3F8E1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97" t="14853" r="20703" b="13215"/>
          <a:stretch/>
        </p:blipFill>
        <p:spPr bwMode="auto">
          <a:xfrm>
            <a:off x="371475" y="182483"/>
            <a:ext cx="1476297" cy="11047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Característiques del cadenat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Quines són les característiques del cadenat que esteu estudiant?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Quants codis admet el cadenat que hem estudiat?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Simulació de possibles codis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Com generar la llista (encara que sigui parcial) de possibles codis que admet el cadenat? </a:t>
            </a:r>
            <a:r>
              <a:rPr lang="ca-ES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Afegir fotografies de com heu elaborat els llistats amb els codis.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Quin és el total de codis que admet el vostre cadenat?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Quants codis admet el cadenat que hem estudiat?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Justificació de com s’ha trobat el nombre de codis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Quines estratègies o tècniques de recompte s’han utilitzat? </a:t>
            </a:r>
            <a:r>
              <a:rPr lang="ca-ES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Afegir fotografies de com heu elaborat els llistats amb els codis.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Com ens hem assegurat que no n’hem comptat codis de més o de menys?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Quants codis admet el cadenat que hem estudiat?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Altres qüestions sobre el cadenat – </a:t>
            </a:r>
            <a:r>
              <a:rPr lang="ca-ES" b="1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Sobre el temps per obrir el cadenat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Si hem d’obrir el cadenat provant tots els codis, quant temps (mínim i màxim) estimeu que tardaríeu per obrir el cadenat?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Quants codis admet el cadenat que hem estudiat?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900" cy="52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Altres qüestions sobre el cadenat –</a:t>
            </a:r>
            <a:r>
              <a:rPr lang="ca-ES" b="1">
                <a:solidFill>
                  <a:srgbClr val="7030A0"/>
                </a:solidFill>
                <a:latin typeface="Avenir"/>
                <a:ea typeface="Avenir"/>
                <a:cs typeface="Avenir"/>
                <a:sym typeface="Avenir"/>
              </a:rPr>
              <a:t> Variacions en el cadenat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Char char="◼"/>
            </a:pPr>
            <a:r>
              <a:rPr lang="ca-ES" b="1"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ca-ES">
                <a:latin typeface="Avenir"/>
                <a:ea typeface="Avenir"/>
                <a:cs typeface="Avenir"/>
                <a:sym typeface="Avenir"/>
              </a:rPr>
              <a:t>Si tenim el mateix cadenat amb una casella més, com trobaríem el nombre total de codis que admet?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I si tenim un elements més per casella? Què passaria llavors?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latin typeface="Avenir"/>
                <a:ea typeface="Avenir"/>
                <a:cs typeface="Avenir"/>
                <a:sym typeface="Avenir"/>
              </a:rPr>
              <a:t>Quants codis admet el cadenat que hem estudiat?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On-screen Show (4:3)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Century Gothic</vt:lpstr>
      <vt:lpstr>Arial</vt:lpstr>
      <vt:lpstr>Avenir</vt:lpstr>
      <vt:lpstr>Calibri</vt:lpstr>
      <vt:lpstr>Noto Sans Symbols</vt:lpstr>
      <vt:lpstr>Plaza</vt:lpstr>
      <vt:lpstr>Quants codis admet el cadenat _____?</vt:lpstr>
      <vt:lpstr>Quants codis admet el cadenat que hem estudiat?</vt:lpstr>
      <vt:lpstr>Quants codis admet el cadenat que hem estudiat?</vt:lpstr>
      <vt:lpstr>Quants codis admet el cadenat que hem estudiat?</vt:lpstr>
      <vt:lpstr>Quants codis admet el cadenat que hem estudiat?</vt:lpstr>
      <vt:lpstr>Quants codis admet el cadenat que hem estudiat?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Susana Vasquez Elias</cp:lastModifiedBy>
  <cp:revision>1</cp:revision>
  <dcterms:modified xsi:type="dcterms:W3CDTF">2025-10-16T17:11:47Z</dcterms:modified>
</cp:coreProperties>
</file>