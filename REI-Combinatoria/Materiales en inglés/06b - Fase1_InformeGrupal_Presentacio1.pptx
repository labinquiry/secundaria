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6858000" cx="9144000"/>
  <p:notesSz cx="7099300" cy="10234600"/>
  <p:embeddedFontLst>
    <p:embeddedFont>
      <p:font typeface="Century Gothic"/>
      <p:regular r:id="rId12"/>
      <p:bold r:id="rId13"/>
      <p:italic r:id="rId14"/>
      <p:boldItalic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>
        <p15:guide id="1" orient="horz" pos="3224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pos="3224" orient="horz"/>
        <p:guide pos="2236"/>
      </p:guideLst>
    </p:cSldViewPr>
  </p:notes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CenturyGothic-bold.fntdata"/><Relationship Id="rId12" Type="http://schemas.openxmlformats.org/officeDocument/2006/relationships/font" Target="fonts/CenturyGothic-regular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CenturyGothic-boldItalic.fntdata"/><Relationship Id="rId14" Type="http://schemas.openxmlformats.org/officeDocument/2006/relationships/font" Target="fonts/CenturyGothic-italic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1" y="0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anchorCtr="0" anchor="t" bIns="47375" lIns="94750" spcFirstLastPara="1" rIns="94750" wrap="square" tIns="473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4021295" y="0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anchorCtr="0" anchor="t" bIns="47375" lIns="94750" spcFirstLastPara="1" rIns="94750" wrap="square" tIns="47375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992188" y="768350"/>
            <a:ext cx="5114925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  <a:noFill/>
          <a:ln>
            <a:noFill/>
          </a:ln>
        </p:spPr>
        <p:txBody>
          <a:bodyPr anchorCtr="0" anchor="t" bIns="47375" lIns="94750" spcFirstLastPara="1" rIns="94750" wrap="square" tIns="4737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1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anchorCtr="0" anchor="b" bIns="47375" lIns="94750" spcFirstLastPara="1" rIns="94750" wrap="square" tIns="473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anchorCtr="0" anchor="b" bIns="47375" lIns="94750" spcFirstLastPara="1" rIns="94750" wrap="square" tIns="47375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ca-E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:notes"/>
          <p:cNvSpPr/>
          <p:nvPr>
            <p:ph idx="2" type="sldImg"/>
          </p:nvPr>
        </p:nvSpPr>
        <p:spPr>
          <a:xfrm>
            <a:off x="992188" y="768350"/>
            <a:ext cx="5114925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" name="Google Shape;72;p1:notes"/>
          <p:cNvSpPr txBox="1"/>
          <p:nvPr>
            <p:ph idx="1" type="body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  <a:noFill/>
          <a:ln>
            <a:noFill/>
          </a:ln>
        </p:spPr>
        <p:txBody>
          <a:bodyPr anchorCtr="0" anchor="t" bIns="47375" lIns="94750" spcFirstLastPara="1" rIns="94750" wrap="square" tIns="47375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73" name="Google Shape;73;p1:notes"/>
          <p:cNvSpPr txBox="1"/>
          <p:nvPr>
            <p:ph idx="12" type="sldNum"/>
          </p:nvPr>
        </p:nvSpPr>
        <p:spPr>
          <a:xfrm>
            <a:off x="4021295" y="9721106"/>
            <a:ext cx="3076363" cy="511731"/>
          </a:xfrm>
          <a:prstGeom prst="rect">
            <a:avLst/>
          </a:prstGeom>
          <a:noFill/>
          <a:ln>
            <a:noFill/>
          </a:ln>
        </p:spPr>
        <p:txBody>
          <a:bodyPr anchorCtr="0" anchor="b" bIns="47375" lIns="94750" spcFirstLastPara="1" rIns="94750" wrap="square" tIns="473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ca-E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:notes"/>
          <p:cNvSpPr txBox="1"/>
          <p:nvPr>
            <p:ph idx="1" type="body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anchorCtr="0" anchor="t" bIns="47375" lIns="94750" spcFirstLastPara="1" rIns="94750" wrap="square" tIns="47375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80" name="Google Shape;80;p2:notes"/>
          <p:cNvSpPr/>
          <p:nvPr>
            <p:ph idx="2" type="sldImg"/>
          </p:nvPr>
        </p:nvSpPr>
        <p:spPr>
          <a:xfrm>
            <a:off x="992188" y="768350"/>
            <a:ext cx="5114925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3:notes"/>
          <p:cNvSpPr txBox="1"/>
          <p:nvPr>
            <p:ph idx="1" type="body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anchorCtr="0" anchor="t" bIns="47375" lIns="94750" spcFirstLastPara="1" rIns="94750" wrap="square" tIns="47375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86" name="Google Shape;86;p3:notes"/>
          <p:cNvSpPr/>
          <p:nvPr>
            <p:ph idx="2" type="sldImg"/>
          </p:nvPr>
        </p:nvSpPr>
        <p:spPr>
          <a:xfrm>
            <a:off x="992188" y="768350"/>
            <a:ext cx="5114925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4:notes"/>
          <p:cNvSpPr txBox="1"/>
          <p:nvPr>
            <p:ph idx="1" type="body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anchorCtr="0" anchor="t" bIns="47375" lIns="94750" spcFirstLastPara="1" rIns="94750" wrap="square" tIns="47375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92" name="Google Shape;92;p4:notes"/>
          <p:cNvSpPr/>
          <p:nvPr>
            <p:ph idx="2" type="sldImg"/>
          </p:nvPr>
        </p:nvSpPr>
        <p:spPr>
          <a:xfrm>
            <a:off x="992188" y="768350"/>
            <a:ext cx="5114925" cy="3836988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5:notes"/>
          <p:cNvSpPr txBox="1"/>
          <p:nvPr>
            <p:ph idx="1" type="body"/>
          </p:nvPr>
        </p:nvSpPr>
        <p:spPr>
          <a:xfrm>
            <a:off x="709931" y="4861442"/>
            <a:ext cx="5679300" cy="4605600"/>
          </a:xfrm>
          <a:prstGeom prst="rect">
            <a:avLst/>
          </a:prstGeom>
        </p:spPr>
        <p:txBody>
          <a:bodyPr anchorCtr="0" anchor="t" bIns="47375" lIns="94750" spcFirstLastPara="1" rIns="94750" wrap="square" tIns="47375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98" name="Google Shape;98;p5:notes"/>
          <p:cNvSpPr/>
          <p:nvPr>
            <p:ph idx="2" type="sldImg"/>
          </p:nvPr>
        </p:nvSpPr>
        <p:spPr>
          <a:xfrm>
            <a:off x="992188" y="768350"/>
            <a:ext cx="5115000" cy="3837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6:notes"/>
          <p:cNvSpPr txBox="1"/>
          <p:nvPr>
            <p:ph idx="1" type="body"/>
          </p:nvPr>
        </p:nvSpPr>
        <p:spPr>
          <a:xfrm>
            <a:off x="709931" y="4861442"/>
            <a:ext cx="5679300" cy="4605600"/>
          </a:xfrm>
          <a:prstGeom prst="rect">
            <a:avLst/>
          </a:prstGeom>
        </p:spPr>
        <p:txBody>
          <a:bodyPr anchorCtr="0" anchor="t" bIns="47375" lIns="94750" spcFirstLastPara="1" rIns="94750" wrap="square" tIns="47375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104" name="Google Shape;104;p6:notes"/>
          <p:cNvSpPr/>
          <p:nvPr>
            <p:ph idx="2" type="sldImg"/>
          </p:nvPr>
        </p:nvSpPr>
        <p:spPr>
          <a:xfrm>
            <a:off x="992188" y="768350"/>
            <a:ext cx="5115000" cy="3837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1.png"/><Relationship Id="rId5" Type="http://schemas.openxmlformats.org/officeDocument/2006/relationships/image" Target="../media/image7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1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3.png"/><Relationship Id="rId8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10.png"/><Relationship Id="rId5" Type="http://schemas.openxmlformats.org/officeDocument/2006/relationships/image" Target="../media/image7.png"/><Relationship Id="rId6" Type="http://schemas.openxmlformats.org/officeDocument/2006/relationships/image" Target="../media/image1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/>
          <p:nvPr/>
        </p:nvSpPr>
        <p:spPr>
          <a:xfrm>
            <a:off x="1795269" y="268288"/>
            <a:ext cx="7061395" cy="909694"/>
          </a:xfrm>
          <a:prstGeom prst="rect">
            <a:avLst/>
          </a:prstGeom>
          <a:solidFill>
            <a:srgbClr val="7030A0">
              <a:alpha val="980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" name="Google Shape;15;p2"/>
          <p:cNvSpPr txBox="1"/>
          <p:nvPr>
            <p:ph type="ctrTitle"/>
          </p:nvPr>
        </p:nvSpPr>
        <p:spPr>
          <a:xfrm>
            <a:off x="1794838" y="1617740"/>
            <a:ext cx="7061395" cy="278320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3000"/>
              <a:buFont typeface="Arial"/>
              <a:buNone/>
              <a:defRPr sz="3000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" type="subTitle"/>
          </p:nvPr>
        </p:nvSpPr>
        <p:spPr>
          <a:xfrm>
            <a:off x="1794838" y="4400950"/>
            <a:ext cx="7061397" cy="19554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sz="200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pic>
        <p:nvPicPr>
          <p:cNvPr id="17" name="Google Shape;17;p2"/>
          <p:cNvPicPr preferRelativeResize="0"/>
          <p:nvPr/>
        </p:nvPicPr>
        <p:blipFill rotWithShape="1">
          <a:blip r:embed="rId2">
            <a:alphaModFix amt="20000"/>
          </a:blip>
          <a:srcRect b="0" l="0" r="0" t="0"/>
          <a:stretch/>
        </p:blipFill>
        <p:spPr>
          <a:xfrm>
            <a:off x="387532" y="562359"/>
            <a:ext cx="588145" cy="588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2"/>
          <p:cNvPicPr preferRelativeResize="0"/>
          <p:nvPr/>
        </p:nvPicPr>
        <p:blipFill rotWithShape="1">
          <a:blip r:embed="rId3">
            <a:alphaModFix amt="20000"/>
          </a:blip>
          <a:srcRect b="0" l="0" r="0" t="0"/>
          <a:stretch/>
        </p:blipFill>
        <p:spPr>
          <a:xfrm rot="2700000">
            <a:off x="942910" y="354419"/>
            <a:ext cx="415881" cy="415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/>
          <p:cNvPicPr preferRelativeResize="0"/>
          <p:nvPr/>
        </p:nvPicPr>
        <p:blipFill rotWithShape="1">
          <a:blip r:embed="rId4">
            <a:alphaModFix amt="20000"/>
          </a:blip>
          <a:srcRect b="0" l="0" r="0" t="0"/>
          <a:stretch/>
        </p:blipFill>
        <p:spPr>
          <a:xfrm rot="8047801">
            <a:off x="1189032" y="715026"/>
            <a:ext cx="568525" cy="503756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tge que conté Font, Gràfics, logotip, blanc&#10;&#10;Descripció generada automàticament" id="20" name="Google Shape;20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41151" y="6539487"/>
            <a:ext cx="907100" cy="27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/>
          <p:cNvPicPr preferRelativeResize="0"/>
          <p:nvPr/>
        </p:nvPicPr>
        <p:blipFill rotWithShape="1">
          <a:blip r:embed="rId4">
            <a:alphaModFix amt="20000"/>
          </a:blip>
          <a:srcRect b="0" l="0" r="0" t="0"/>
          <a:stretch/>
        </p:blipFill>
        <p:spPr>
          <a:xfrm rot="8718243">
            <a:off x="7231658" y="6584561"/>
            <a:ext cx="218986" cy="1940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/>
          <p:nvPr/>
        </p:nvSpPr>
        <p:spPr>
          <a:xfrm flipH="1" rot="10800000">
            <a:off x="474664" y="1027113"/>
            <a:ext cx="8383587" cy="61912"/>
          </a:xfrm>
          <a:prstGeom prst="rect">
            <a:avLst/>
          </a:prstGeom>
          <a:solidFill>
            <a:srgbClr val="7030A0">
              <a:alpha val="980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4" name="Google Shape;24;p3"/>
          <p:cNvSpPr txBox="1"/>
          <p:nvPr>
            <p:ph idx="1" type="body"/>
          </p:nvPr>
        </p:nvSpPr>
        <p:spPr>
          <a:xfrm>
            <a:off x="474595" y="1159921"/>
            <a:ext cx="8397857" cy="52102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56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indent="-3429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indent="-3175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indent="-3048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5" name="Google Shape;25;p3"/>
          <p:cNvPicPr preferRelativeResize="0"/>
          <p:nvPr/>
        </p:nvPicPr>
        <p:blipFill rotWithShape="1">
          <a:blip r:embed="rId2">
            <a:alphaModFix amt="20000"/>
          </a:blip>
          <a:srcRect b="0" l="0" r="0" t="0"/>
          <a:stretch/>
        </p:blipFill>
        <p:spPr>
          <a:xfrm>
            <a:off x="189283" y="366717"/>
            <a:ext cx="588145" cy="588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26;p3"/>
          <p:cNvPicPr preferRelativeResize="0"/>
          <p:nvPr/>
        </p:nvPicPr>
        <p:blipFill rotWithShape="1">
          <a:blip r:embed="rId3">
            <a:alphaModFix amt="20000"/>
          </a:blip>
          <a:srcRect b="0" l="0" r="0" t="0"/>
          <a:stretch/>
        </p:blipFill>
        <p:spPr>
          <a:xfrm rot="2700000">
            <a:off x="744661" y="158777"/>
            <a:ext cx="415881" cy="415881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7;p3"/>
          <p:cNvSpPr txBox="1"/>
          <p:nvPr>
            <p:ph type="title"/>
          </p:nvPr>
        </p:nvSpPr>
        <p:spPr>
          <a:xfrm>
            <a:off x="1090246" y="366717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descr="Imatge que conté Font, Gràfics, logotip, blanc&#10;&#10;Descripció generada automàticament" id="28" name="Google Shape;28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341151" y="6539487"/>
            <a:ext cx="907100" cy="2749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" name="Google Shape;29;p3"/>
          <p:cNvPicPr preferRelativeResize="0"/>
          <p:nvPr/>
        </p:nvPicPr>
        <p:blipFill rotWithShape="1">
          <a:blip r:embed="rId5">
            <a:alphaModFix amt="20000"/>
          </a:blip>
          <a:srcRect b="0" l="0" r="0" t="0"/>
          <a:stretch/>
        </p:blipFill>
        <p:spPr>
          <a:xfrm rot="8718243">
            <a:off x="7231658" y="6584561"/>
            <a:ext cx="218986" cy="19403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0" name="Google Shape;30;p3"/>
          <p:cNvCxnSpPr/>
          <p:nvPr/>
        </p:nvCxnSpPr>
        <p:spPr>
          <a:xfrm>
            <a:off x="457200" y="6463030"/>
            <a:ext cx="8305800" cy="1588"/>
          </a:xfrm>
          <a:prstGeom prst="straightConnector1">
            <a:avLst/>
          </a:prstGeom>
          <a:noFill/>
          <a:ln cap="flat" cmpd="sng" w="25400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/>
          <p:nvPr>
            <p:ph idx="1" type="body"/>
          </p:nvPr>
        </p:nvSpPr>
        <p:spPr>
          <a:xfrm>
            <a:off x="460394" y="1247036"/>
            <a:ext cx="8397857" cy="21433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56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indent="-3429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indent="-3175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indent="-3048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Imatge que conté Font, Gràfics, logotip, blanc&#10;&#10;Descripció generada automàticament" id="33" name="Google Shape;33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1289" y="511669"/>
            <a:ext cx="1052957" cy="319161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4"/>
          <p:cNvSpPr txBox="1"/>
          <p:nvPr>
            <p:ph type="title"/>
          </p:nvPr>
        </p:nvSpPr>
        <p:spPr>
          <a:xfrm>
            <a:off x="474595" y="318728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" name="Google Shape;35;p4"/>
          <p:cNvPicPr preferRelativeResize="0"/>
          <p:nvPr/>
        </p:nvPicPr>
        <p:blipFill rotWithShape="1">
          <a:blip r:embed="rId3">
            <a:alphaModFix amt="20000"/>
          </a:blip>
          <a:srcRect b="0" l="0" r="0" t="0"/>
          <a:stretch/>
        </p:blipFill>
        <p:spPr>
          <a:xfrm rot="-9079080">
            <a:off x="7716644" y="538584"/>
            <a:ext cx="230868" cy="204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4"/>
          <p:cNvPicPr preferRelativeResize="0"/>
          <p:nvPr/>
        </p:nvPicPr>
        <p:blipFill rotWithShape="1">
          <a:blip r:embed="rId4">
            <a:alphaModFix amt="20000"/>
          </a:blip>
          <a:srcRect b="0" l="0" r="0" t="0"/>
          <a:stretch/>
        </p:blipFill>
        <p:spPr>
          <a:xfrm rot="3366168">
            <a:off x="625062" y="4589345"/>
            <a:ext cx="2238710" cy="11026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7" name="Google Shape;37;p4"/>
          <p:cNvPicPr preferRelativeResize="0"/>
          <p:nvPr/>
        </p:nvPicPr>
        <p:blipFill rotWithShape="1">
          <a:blip r:embed="rId5">
            <a:alphaModFix amt="20000"/>
          </a:blip>
          <a:srcRect b="0" l="0" r="0" t="0"/>
          <a:stretch/>
        </p:blipFill>
        <p:spPr>
          <a:xfrm>
            <a:off x="3290501" y="1020435"/>
            <a:ext cx="2986372" cy="2986372"/>
          </a:xfrm>
          <a:prstGeom prst="rect">
            <a:avLst/>
          </a:prstGeom>
          <a:noFill/>
          <a:ln>
            <a:noFill/>
          </a:ln>
        </p:spPr>
      </p:pic>
      <p:pic>
        <p:nvPicPr>
          <p:cNvPr id="38" name="Google Shape;38;p4"/>
          <p:cNvPicPr preferRelativeResize="0"/>
          <p:nvPr/>
        </p:nvPicPr>
        <p:blipFill rotWithShape="1">
          <a:blip r:embed="rId3">
            <a:alphaModFix amt="20000"/>
          </a:blip>
          <a:srcRect b="0" l="0" r="0" t="0"/>
          <a:stretch/>
        </p:blipFill>
        <p:spPr>
          <a:xfrm rot="8718243">
            <a:off x="6657026" y="4592831"/>
            <a:ext cx="2312471" cy="20490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9" name="Google Shape;39;p4"/>
          <p:cNvPicPr preferRelativeResize="0"/>
          <p:nvPr/>
        </p:nvPicPr>
        <p:blipFill rotWithShape="1">
          <a:blip r:embed="rId6">
            <a:alphaModFix amt="20000"/>
          </a:blip>
          <a:srcRect b="0" l="0" r="0" t="0"/>
          <a:stretch/>
        </p:blipFill>
        <p:spPr>
          <a:xfrm rot="2700000">
            <a:off x="7042460" y="1506115"/>
            <a:ext cx="1617659" cy="1617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4"/>
          <p:cNvPicPr preferRelativeResize="0"/>
          <p:nvPr/>
        </p:nvPicPr>
        <p:blipFill rotWithShape="1">
          <a:blip r:embed="rId7">
            <a:alphaModFix amt="20000"/>
          </a:blip>
          <a:srcRect b="0" l="0" r="0" t="0"/>
          <a:stretch/>
        </p:blipFill>
        <p:spPr>
          <a:xfrm>
            <a:off x="3813489" y="4311578"/>
            <a:ext cx="2012976" cy="2227694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4"/>
          <p:cNvPicPr preferRelativeResize="0"/>
          <p:nvPr/>
        </p:nvPicPr>
        <p:blipFill rotWithShape="1">
          <a:blip r:embed="rId8">
            <a:alphaModFix amt="20000"/>
          </a:blip>
          <a:srcRect b="0" l="0" r="0" t="0"/>
          <a:stretch/>
        </p:blipFill>
        <p:spPr>
          <a:xfrm rot="-1281876">
            <a:off x="-8279" y="1428163"/>
            <a:ext cx="2862791" cy="1431396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4"/>
          <p:cNvSpPr txBox="1"/>
          <p:nvPr>
            <p:ph idx="2" type="body"/>
          </p:nvPr>
        </p:nvSpPr>
        <p:spPr>
          <a:xfrm>
            <a:off x="455625" y="3568848"/>
            <a:ext cx="8397857" cy="21433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56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indent="-3429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indent="-3175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indent="-3048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43" name="Google Shape;43;p4"/>
          <p:cNvCxnSpPr/>
          <p:nvPr/>
        </p:nvCxnSpPr>
        <p:spPr>
          <a:xfrm>
            <a:off x="474595" y="976406"/>
            <a:ext cx="8397857" cy="0"/>
          </a:xfrm>
          <a:prstGeom prst="straightConnector1">
            <a:avLst/>
          </a:prstGeom>
          <a:noFill/>
          <a:ln cap="flat" cmpd="sng" w="25400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itle and Content">
  <p:cSld name="4_Title and Conten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5"/>
          <p:cNvSpPr txBox="1"/>
          <p:nvPr>
            <p:ph idx="1" type="body"/>
          </p:nvPr>
        </p:nvSpPr>
        <p:spPr>
          <a:xfrm>
            <a:off x="460394" y="1247036"/>
            <a:ext cx="8397857" cy="21433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56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indent="-3429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indent="-3175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indent="-3048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Imatge que conté Font, Gràfics, logotip, blanc&#10;&#10;Descripció generada automàticament" id="46" name="Google Shape;46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1289" y="511669"/>
            <a:ext cx="1052957" cy="319161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5"/>
          <p:cNvSpPr txBox="1"/>
          <p:nvPr>
            <p:ph type="title"/>
          </p:nvPr>
        </p:nvSpPr>
        <p:spPr>
          <a:xfrm>
            <a:off x="474595" y="318728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48" name="Google Shape;48;p5"/>
          <p:cNvPicPr preferRelativeResize="0"/>
          <p:nvPr/>
        </p:nvPicPr>
        <p:blipFill rotWithShape="1">
          <a:blip r:embed="rId3">
            <a:alphaModFix amt="20000"/>
          </a:blip>
          <a:srcRect b="0" l="0" r="0" t="0"/>
          <a:stretch/>
        </p:blipFill>
        <p:spPr>
          <a:xfrm rot="-9079080">
            <a:off x="7716644" y="538584"/>
            <a:ext cx="230868" cy="204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/>
          <p:cNvPicPr preferRelativeResize="0"/>
          <p:nvPr/>
        </p:nvPicPr>
        <p:blipFill rotWithShape="1">
          <a:blip r:embed="rId4">
            <a:alphaModFix amt="20000"/>
          </a:blip>
          <a:srcRect b="0" l="0" r="0" t="0"/>
          <a:stretch/>
        </p:blipFill>
        <p:spPr>
          <a:xfrm rot="8718243">
            <a:off x="5833867" y="2178551"/>
            <a:ext cx="3695700" cy="363177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/>
          <p:nvPr>
            <p:ph idx="2" type="body"/>
          </p:nvPr>
        </p:nvSpPr>
        <p:spPr>
          <a:xfrm>
            <a:off x="460394" y="3679311"/>
            <a:ext cx="8397857" cy="21433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56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2000"/>
              <a:buChar char="◼"/>
              <a:defRPr sz="2000"/>
            </a:lvl1pPr>
            <a:lvl2pPr indent="-3429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800"/>
              <a:buChar char="▪"/>
              <a:defRPr sz="1800"/>
            </a:lvl2pPr>
            <a:lvl3pPr indent="-3302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600"/>
              <a:buChar char="o"/>
              <a:defRPr sz="1600"/>
            </a:lvl3pPr>
            <a:lvl4pPr indent="-3175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indent="-3048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200"/>
              <a:buChar char="▪"/>
              <a:defRPr sz="12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51" name="Google Shape;51;p5"/>
          <p:cNvCxnSpPr/>
          <p:nvPr/>
        </p:nvCxnSpPr>
        <p:spPr>
          <a:xfrm>
            <a:off x="474595" y="976406"/>
            <a:ext cx="8397857" cy="0"/>
          </a:xfrm>
          <a:prstGeom prst="straightConnector1">
            <a:avLst/>
          </a:prstGeom>
          <a:noFill/>
          <a:ln cap="flat" cmpd="sng" w="25400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and Content">
  <p:cSld name="3_Title and Conten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tge que conté Font, Gràfics, logotip, blanc&#10;&#10;Descripció generada automàticament" id="53" name="Google Shape;53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851289" y="511669"/>
            <a:ext cx="1052957" cy="319161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6"/>
          <p:cNvSpPr txBox="1"/>
          <p:nvPr>
            <p:ph type="title"/>
          </p:nvPr>
        </p:nvSpPr>
        <p:spPr>
          <a:xfrm>
            <a:off x="474595" y="318728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55" name="Google Shape;55;p6"/>
          <p:cNvPicPr preferRelativeResize="0"/>
          <p:nvPr/>
        </p:nvPicPr>
        <p:blipFill rotWithShape="1">
          <a:blip r:embed="rId3">
            <a:alphaModFix amt="20000"/>
          </a:blip>
          <a:srcRect b="0" l="0" r="0" t="0"/>
          <a:stretch/>
        </p:blipFill>
        <p:spPr>
          <a:xfrm rot="-9079080">
            <a:off x="7716644" y="538584"/>
            <a:ext cx="230868" cy="20456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6"/>
          <p:cNvPicPr preferRelativeResize="0"/>
          <p:nvPr/>
        </p:nvPicPr>
        <p:blipFill rotWithShape="1">
          <a:blip r:embed="rId3">
            <a:alphaModFix amt="20000"/>
          </a:blip>
          <a:srcRect b="0" l="0" r="0" t="0"/>
          <a:stretch/>
        </p:blipFill>
        <p:spPr>
          <a:xfrm rot="8718243">
            <a:off x="6695053" y="4581109"/>
            <a:ext cx="2312471" cy="2049024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6"/>
          <p:cNvSpPr txBox="1"/>
          <p:nvPr>
            <p:ph idx="1" type="body"/>
          </p:nvPr>
        </p:nvSpPr>
        <p:spPr>
          <a:xfrm>
            <a:off x="4760847" y="1223429"/>
            <a:ext cx="4111605" cy="49964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655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rgbClr val="3DB087"/>
              </a:buClr>
              <a:buSzPts val="1700"/>
              <a:buChar char="◼"/>
              <a:defRPr sz="1700"/>
            </a:lvl1pPr>
            <a:lvl2pPr indent="-3175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▪"/>
              <a:defRPr sz="1400"/>
            </a:lvl2pPr>
            <a:lvl3pPr indent="-3175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o"/>
              <a:defRPr sz="1400"/>
            </a:lvl3pPr>
            <a:lvl4pPr indent="-3175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indent="-3175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▪"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58" name="Google Shape;58;p6"/>
          <p:cNvCxnSpPr/>
          <p:nvPr/>
        </p:nvCxnSpPr>
        <p:spPr>
          <a:xfrm>
            <a:off x="474595" y="976406"/>
            <a:ext cx="8397857" cy="0"/>
          </a:xfrm>
          <a:prstGeom prst="straightConnector1">
            <a:avLst/>
          </a:prstGeom>
          <a:noFill/>
          <a:ln cap="flat" cmpd="sng" w="25400">
            <a:solidFill>
              <a:srgbClr val="7F7F7F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59" name="Google Shape;59;p6"/>
          <p:cNvPicPr preferRelativeResize="0"/>
          <p:nvPr/>
        </p:nvPicPr>
        <p:blipFill rotWithShape="1">
          <a:blip r:embed="rId4">
            <a:alphaModFix amt="20000"/>
          </a:blip>
          <a:srcRect b="0" l="0" r="0" t="0"/>
          <a:stretch/>
        </p:blipFill>
        <p:spPr>
          <a:xfrm rot="5400000">
            <a:off x="-469939" y="1858192"/>
            <a:ext cx="5582573" cy="3853698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6"/>
          <p:cNvSpPr txBox="1"/>
          <p:nvPr>
            <p:ph idx="2" type="body"/>
          </p:nvPr>
        </p:nvSpPr>
        <p:spPr>
          <a:xfrm>
            <a:off x="460395" y="1207479"/>
            <a:ext cx="4111605" cy="49964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3655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700"/>
              <a:buChar char="◼"/>
              <a:defRPr sz="1700"/>
            </a:lvl1pPr>
            <a:lvl2pPr indent="-3175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▪"/>
              <a:defRPr sz="1400"/>
            </a:lvl2pPr>
            <a:lvl3pPr indent="-3175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o"/>
              <a:defRPr sz="1400"/>
            </a:lvl3pPr>
            <a:lvl4pPr indent="-3175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◼"/>
              <a:defRPr sz="1400"/>
            </a:lvl4pPr>
            <a:lvl5pPr indent="-3175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SzPts val="1400"/>
              <a:buChar char="▪"/>
              <a:defRPr sz="14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7"/>
          <p:cNvSpPr/>
          <p:nvPr/>
        </p:nvSpPr>
        <p:spPr>
          <a:xfrm flipH="1" rot="10800000">
            <a:off x="474664" y="1027113"/>
            <a:ext cx="8383587" cy="61912"/>
          </a:xfrm>
          <a:prstGeom prst="rect">
            <a:avLst/>
          </a:prstGeom>
          <a:solidFill>
            <a:srgbClr val="7030A0">
              <a:alpha val="980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63" name="Google Shape;63;p7"/>
          <p:cNvSpPr txBox="1"/>
          <p:nvPr>
            <p:ph idx="1" type="body"/>
          </p:nvPr>
        </p:nvSpPr>
        <p:spPr>
          <a:xfrm>
            <a:off x="474595" y="1159921"/>
            <a:ext cx="8383431" cy="521023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Century Gothic"/>
              <a:buAutoNum type="romanUcPeriod"/>
              <a:defRPr sz="2400"/>
            </a:lvl1pPr>
            <a:lvl2pPr indent="-355600" lvl="1" marL="9144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Century Gothic"/>
              <a:buAutoNum type="romanUcPeriod"/>
              <a:defRPr sz="2000"/>
            </a:lvl2pPr>
            <a:lvl3pPr indent="-342900" lvl="2" marL="13716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800"/>
              <a:buFont typeface="Century Gothic"/>
              <a:buAutoNum type="romanUcPeriod"/>
              <a:defRPr sz="1800"/>
            </a:lvl3pPr>
            <a:lvl4pPr indent="-330200" lvl="3" marL="18288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600"/>
              <a:buFont typeface="Century Gothic"/>
              <a:buAutoNum type="romanUcPeriod"/>
              <a:defRPr sz="1600"/>
            </a:lvl4pPr>
            <a:lvl5pPr indent="-317500" lvl="4" marL="228600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Century Gothic"/>
              <a:buAutoNum type="romanUcPeriod"/>
              <a:defRPr sz="1400"/>
            </a:lvl5pPr>
            <a:lvl6pPr indent="-342900" lvl="5" marL="274320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64" name="Google Shape;64;p7"/>
          <p:cNvPicPr preferRelativeResize="0"/>
          <p:nvPr/>
        </p:nvPicPr>
        <p:blipFill rotWithShape="1">
          <a:blip r:embed="rId2">
            <a:alphaModFix amt="20000"/>
          </a:blip>
          <a:srcRect b="0" l="0" r="0" t="0"/>
          <a:stretch/>
        </p:blipFill>
        <p:spPr>
          <a:xfrm>
            <a:off x="189283" y="366717"/>
            <a:ext cx="588145" cy="588145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7"/>
          <p:cNvPicPr preferRelativeResize="0"/>
          <p:nvPr/>
        </p:nvPicPr>
        <p:blipFill rotWithShape="1">
          <a:blip r:embed="rId3">
            <a:alphaModFix amt="20000"/>
          </a:blip>
          <a:srcRect b="0" l="0" r="0" t="0"/>
          <a:stretch/>
        </p:blipFill>
        <p:spPr>
          <a:xfrm rot="2700000">
            <a:off x="744661" y="158777"/>
            <a:ext cx="415881" cy="41588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7201" y="6504318"/>
            <a:ext cx="967551" cy="30820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tge que conté Font, Gràfics, logotip, blanc&#10;&#10;Descripció generada automàticament" id="67" name="Google Shape;67;p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341151" y="6504318"/>
            <a:ext cx="907100" cy="27495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7"/>
          <p:cNvSpPr txBox="1"/>
          <p:nvPr>
            <p:ph type="title"/>
          </p:nvPr>
        </p:nvSpPr>
        <p:spPr>
          <a:xfrm>
            <a:off x="1097119" y="366717"/>
            <a:ext cx="7388352" cy="6403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69" name="Google Shape;69;p7"/>
          <p:cNvPicPr preferRelativeResize="0"/>
          <p:nvPr/>
        </p:nvPicPr>
        <p:blipFill rotWithShape="1">
          <a:blip r:embed="rId6">
            <a:alphaModFix amt="20000"/>
          </a:blip>
          <a:srcRect b="0" l="0" r="0" t="0"/>
          <a:stretch/>
        </p:blipFill>
        <p:spPr>
          <a:xfrm rot="8718243">
            <a:off x="7231658" y="6549392"/>
            <a:ext cx="218986" cy="1940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457200" y="914400"/>
            <a:ext cx="8305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800" u="none" cap="none" strike="noStrike">
                <a:solidFill>
                  <a:srgbClr val="7030A0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000" u="none" cap="none" strike="noStrike">
                <a:solidFill>
                  <a:schemeClr val="accent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457200" y="2209800"/>
            <a:ext cx="8305800" cy="4224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55600" lvl="0" marL="457200" marR="0" rtl="0" algn="l">
              <a:lnSpc>
                <a:spcPct val="130000"/>
              </a:lnSpc>
              <a:spcBef>
                <a:spcPts val="1800"/>
              </a:spcBef>
              <a:spcAft>
                <a:spcPts val="0"/>
              </a:spcAft>
              <a:buClr>
                <a:srgbClr val="7030A0"/>
              </a:buClr>
              <a:buSzPts val="2000"/>
              <a:buFont typeface="Noto Sans Symbols"/>
              <a:buChar char="◼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chemeClr val="accent6"/>
              </a:buClr>
              <a:buSzPts val="1800"/>
              <a:buFont typeface="Noto Sans Symbols"/>
              <a:buChar char="▪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rgbClr val="7030A0"/>
              </a:buClr>
              <a:buSzPts val="1600"/>
              <a:buFont typeface="Courier New"/>
              <a:buChar char="o"/>
              <a:defRPr b="0" i="0" sz="16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rgbClr val="4D0000"/>
              </a:buClr>
              <a:buSzPts val="1400"/>
              <a:buFont typeface="Noto Sans Symbols"/>
              <a:buChar char="◼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04800" lvl="4" marL="2286000" marR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Clr>
                <a:srgbClr val="7030A0"/>
              </a:buClr>
              <a:buSzPts val="1200"/>
              <a:buFont typeface="Noto Sans Symbols"/>
              <a:buChar char="▪"/>
              <a:defRPr b="0" i="0" sz="12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2" name="Google Shape;12;p1"/>
          <p:cNvSpPr txBox="1"/>
          <p:nvPr/>
        </p:nvSpPr>
        <p:spPr>
          <a:xfrm>
            <a:off x="8061326" y="6531168"/>
            <a:ext cx="701675" cy="2769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ca-ES" sz="12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2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8"/>
          <p:cNvSpPr txBox="1"/>
          <p:nvPr>
            <p:ph type="ctrTitle"/>
          </p:nvPr>
        </p:nvSpPr>
        <p:spPr>
          <a:xfrm>
            <a:off x="1794838" y="1287200"/>
            <a:ext cx="7061395" cy="1623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xmlns:a="http://schemas.openxmlformats.org/drawingml/2006/main" indent="0" lvl="0" mar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7030A0"/>
              </a:buClr>
              <a:buSzPts val="3200"/>
              <a:buFont typeface="Arial"/>
              <a:buNone/>
            </a:pPr>
            <a:r xmlns:a="http://schemas.openxmlformats.org/drawingml/2006/main">
              <a:rPr lang="en" sz="3100">
                <a:latin typeface="Avenir"/>
                <a:ea typeface="Avenir"/>
                <a:cs typeface="Avenir"/>
                <a:sym typeface="Avenir"/>
              </a:rPr>
              <a:t>How many codes does the _____ padlock support?</a:t>
            </a:r>
            <a:endParaRPr xmlns:a="http://schemas.openxmlformats.org/drawingml/2006/main" sz="2900">
              <a:latin typeface="Avenir"/>
              <a:ea typeface="Avenir"/>
              <a:cs typeface="Avenir"/>
              <a:sym typeface="Avenir"/>
            </a:endParaRPr>
          </a:p>
        </p:txBody>
      </p:sp>
      <p:pic>
        <p:nvPicPr>
          <p:cNvPr id="76" name="Google Shape;76;p8"/>
          <p:cNvPicPr preferRelativeResize="0"/>
          <p:nvPr/>
        </p:nvPicPr>
        <p:blipFill rotWithShape="1">
          <a:blip r:embed="rId3">
            <a:alphaModFix/>
          </a:blip>
          <a:srcRect b="82560" l="0" r="0" t="0"/>
          <a:stretch/>
        </p:blipFill>
        <p:spPr>
          <a:xfrm>
            <a:off x="371475" y="5045998"/>
            <a:ext cx="2628901" cy="1629519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8"/>
          <p:cNvSpPr txBox="1"/>
          <p:nvPr/>
        </p:nvSpPr>
        <p:spPr>
          <a:xfrm>
            <a:off x="3371850" y="2911051"/>
            <a:ext cx="5484383" cy="294970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xmlns:a="http://schemas.openxmlformats.org/drawingml/2006/main"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rial"/>
              <a:buNone/>
            </a:pPr>
            <a:r xmlns:a="http://schemas.openxmlformats.org/drawingml/2006/main">
              <a:rPr b="1" i="0" lang="en" sz="2400" u="none" cap="none" strike="noStrike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Working group members: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venir"/>
              <a:buChar char="▪"/>
            </a:pPr>
            <a:r xmlns:a="http://schemas.openxmlformats.org/drawingml/2006/main">
              <a:rPr i="0" lang="en" sz="2400" u="none" cap="none" strike="noStrike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...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venir"/>
              <a:buChar char="▪"/>
            </a:pPr>
            <a:r xmlns:a="http://schemas.openxmlformats.org/drawingml/2006/main">
              <a:rPr i="0" lang="en" sz="2400" u="none" cap="none" strike="noStrike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...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venir"/>
              <a:buChar char="▪"/>
            </a:pPr>
            <a:r xmlns:a="http://schemas.openxmlformats.org/drawingml/2006/main">
              <a:rPr i="0" lang="en" sz="2400" u="none" cap="none" strike="noStrike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...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342900" lvl="0" marL="3429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2400"/>
              <a:buFont typeface="Avenir"/>
              <a:buChar char="▪"/>
            </a:pPr>
            <a:r xmlns:a="http://schemas.openxmlformats.org/drawingml/2006/main">
              <a:rPr i="0" lang="en" sz="2400" u="none" cap="none" strike="noStrike">
                <a:solidFill>
                  <a:srgbClr val="262626"/>
                </a:solidFill>
                <a:latin typeface="Avenir"/>
                <a:ea typeface="Avenir"/>
                <a:cs typeface="Avenir"/>
                <a:sym typeface="Avenir"/>
              </a:rPr>
              <a:t>...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9"/>
          <p:cNvSpPr txBox="1"/>
          <p:nvPr>
            <p:ph idx="1" type="body"/>
          </p:nvPr>
        </p:nvSpPr>
        <p:spPr>
          <a:xfrm>
            <a:off x="474595" y="1159921"/>
            <a:ext cx="8397857" cy="52102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rPr b="1" lang="en">
                <a:latin typeface="Avenir"/>
                <a:ea typeface="Avenir"/>
                <a:cs typeface="Avenir"/>
                <a:sym typeface="Avenir"/>
              </a:rPr>
              <a:t>Padlock features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What are the characteristics of the padlock you are studying?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101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83" name="Google Shape;83;p9"/>
          <p:cNvSpPr txBox="1"/>
          <p:nvPr>
            <p:ph type="title"/>
          </p:nvPr>
        </p:nvSpPr>
        <p:spPr>
          <a:xfrm>
            <a:off x="1090246" y="366717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How many codes does the padlock we studied support?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0"/>
          <p:cNvSpPr txBox="1"/>
          <p:nvPr>
            <p:ph idx="1" type="body"/>
          </p:nvPr>
        </p:nvSpPr>
        <p:spPr>
          <a:xfrm>
            <a:off x="474595" y="1159921"/>
            <a:ext cx="8397857" cy="52102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rPr b="1" lang="en">
                <a:latin typeface="Avenir"/>
                <a:ea typeface="Avenir"/>
                <a:cs typeface="Avenir"/>
                <a:sym typeface="Avenir"/>
              </a:rPr>
              <a:t>Simulation of possible codes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How to generate the list (even if it is partial) of possible codes that the padlock supports? </a:t>
            </a:r>
            <a:r xmlns:a="http://schemas.openxmlformats.org/drawingml/2006/main">
              <a:rPr lang="en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Add photos of how you have prepared the lists with the codes.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What is the total number of codes that your padlock supports?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101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  <a:p>
            <a:pPr xmlns:a="http://schemas.openxmlformats.org/drawingml/2006/main" indent="-101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89" name="Google Shape;89;p10"/>
          <p:cNvSpPr txBox="1"/>
          <p:nvPr>
            <p:ph type="title"/>
          </p:nvPr>
        </p:nvSpPr>
        <p:spPr>
          <a:xfrm>
            <a:off x="1090246" y="366717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How many codes does the padlock we studied support?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11"/>
          <p:cNvSpPr txBox="1"/>
          <p:nvPr>
            <p:ph idx="1" type="body"/>
          </p:nvPr>
        </p:nvSpPr>
        <p:spPr>
          <a:xfrm>
            <a:off x="474595" y="1159921"/>
            <a:ext cx="8397857" cy="52102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rPr b="1" lang="en">
                <a:latin typeface="Avenir"/>
                <a:ea typeface="Avenir"/>
                <a:cs typeface="Avenir"/>
                <a:sym typeface="Avenir"/>
              </a:rPr>
              <a:t>Justification of how the number of codes was found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What counting strategies or techniques were used? </a:t>
            </a:r>
            <a:r xmlns:a="http://schemas.openxmlformats.org/drawingml/2006/main">
              <a:rPr lang="en">
                <a:solidFill>
                  <a:srgbClr val="7F7F7F"/>
                </a:solidFill>
                <a:latin typeface="Avenir"/>
                <a:ea typeface="Avenir"/>
                <a:cs typeface="Avenir"/>
                <a:sym typeface="Avenir"/>
              </a:rPr>
              <a:t>Add photos of how you made the lists with the codes.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How did we make sure we didn't overcount or undercount codes?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  <a:p>
            <a:pPr xmlns:a="http://schemas.openxmlformats.org/drawingml/2006/main" indent="-101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95" name="Google Shape;95;p11"/>
          <p:cNvSpPr txBox="1"/>
          <p:nvPr>
            <p:ph type="title"/>
          </p:nvPr>
        </p:nvSpPr>
        <p:spPr>
          <a:xfrm>
            <a:off x="1090246" y="366717"/>
            <a:ext cx="7767779" cy="64033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How many codes does the padlock we studied support?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2"/>
          <p:cNvSpPr txBox="1"/>
          <p:nvPr>
            <p:ph idx="1" type="body"/>
          </p:nvPr>
        </p:nvSpPr>
        <p:spPr>
          <a:xfrm>
            <a:off x="474595" y="1159921"/>
            <a:ext cx="8397900" cy="52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rPr b="1" lang="en">
                <a:latin typeface="Avenir"/>
                <a:ea typeface="Avenir"/>
                <a:cs typeface="Avenir"/>
                <a:sym typeface="Avenir"/>
              </a:rPr>
              <a:t>Other questions about the padlock – </a:t>
            </a:r>
            <a:r xmlns:a="http://schemas.openxmlformats.org/drawingml/2006/main">
              <a:rPr b="1" lang="en">
                <a:solidFill>
                  <a:srgbClr val="7030A0"/>
                </a:solidFill>
                <a:latin typeface="Avenir"/>
                <a:ea typeface="Avenir"/>
                <a:cs typeface="Avenir"/>
                <a:sym typeface="Avenir"/>
              </a:rPr>
              <a:t>About the time to open the padlock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If we have to open the padlock by trying all the codes, how long (minimum and maximum) do you estimate it would take to open the padlock?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...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  <a:p>
            <a:pPr xmlns:a="http://schemas.openxmlformats.org/drawingml/2006/main" indent="-101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101" name="Google Shape;101;p12"/>
          <p:cNvSpPr txBox="1"/>
          <p:nvPr>
            <p:ph type="title"/>
          </p:nvPr>
        </p:nvSpPr>
        <p:spPr>
          <a:xfrm>
            <a:off x="1090246" y="366717"/>
            <a:ext cx="7767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How many codes does the padlock we studied support?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3"/>
          <p:cNvSpPr txBox="1"/>
          <p:nvPr>
            <p:ph idx="1" type="body"/>
          </p:nvPr>
        </p:nvSpPr>
        <p:spPr>
          <a:xfrm>
            <a:off x="474595" y="1159921"/>
            <a:ext cx="8397900" cy="52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rPr b="1" lang="en">
                <a:latin typeface="Avenir"/>
                <a:ea typeface="Avenir"/>
                <a:cs typeface="Avenir"/>
                <a:sym typeface="Avenir"/>
              </a:rPr>
              <a:t>Other padlock questions – </a:t>
            </a:r>
            <a:r xmlns:a="http://schemas.openxmlformats.org/drawingml/2006/main">
              <a:rPr b="1" lang="en">
                <a:solidFill>
                  <a:srgbClr val="7030A0"/>
                </a:solidFill>
                <a:latin typeface="Avenir"/>
                <a:ea typeface="Avenir"/>
                <a:cs typeface="Avenir"/>
                <a:sym typeface="Avenir"/>
              </a:rPr>
              <a:t>Padlock variations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Char char="◼"/>
            </a:pPr>
            <a:r xmlns:a="http://schemas.openxmlformats.org/drawingml/2006/main">
              <a:rPr b="1" lang="en">
                <a:latin typeface="Avenir"/>
                <a:ea typeface="Avenir"/>
                <a:cs typeface="Avenir"/>
                <a:sym typeface="Avenir"/>
              </a:rPr>
              <a:t> </a:t>
            </a: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If we have the same padlock with one more box, how would we find the total number of codes it supports?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What if we have one more element per box? What would happen then?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-228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Font typeface="Avenir"/>
              <a:buChar char="◼"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...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  <a:p>
            <a:pPr xmlns:a="http://schemas.openxmlformats.org/drawingml/2006/main" indent="0" lvl="0" marL="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  <a:p>
            <a:pPr xmlns:a="http://schemas.openxmlformats.org/drawingml/2006/main" indent="-101600" lvl="0" marL="228600" rtl="0" algn="l">
              <a:lnSpc>
                <a:spcPct val="13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 xmlns:a="http://schemas.openxmlformats.org/drawingml/2006/main">
              <a:t/>
            </a:r>
            <a:endParaRPr xmlns:a="http://schemas.openxmlformats.org/drawingml/2006/main"/>
          </a:p>
        </p:txBody>
      </p:sp>
      <p:sp>
        <p:nvSpPr>
          <p:cNvPr id="107" name="Google Shape;107;p13"/>
          <p:cNvSpPr txBox="1"/>
          <p:nvPr>
            <p:ph type="title"/>
          </p:nvPr>
        </p:nvSpPr>
        <p:spPr>
          <a:xfrm>
            <a:off x="1090246" y="366717"/>
            <a:ext cx="77679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xmlns:a="http://schemas.openxmlformats.org/drawingml/2006/main"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 xmlns:a="http://schemas.openxmlformats.org/drawingml/2006/main">
              <a:rPr lang="en">
                <a:latin typeface="Avenir"/>
                <a:ea typeface="Avenir"/>
                <a:cs typeface="Avenir"/>
                <a:sym typeface="Avenir"/>
              </a:rPr>
              <a:t>How many codes does the padlock we studied support?</a:t>
            </a:r>
            <a:endParaRPr xmlns:a="http://schemas.openxmlformats.org/drawingml/2006/main">
              <a:latin typeface="Avenir"/>
              <a:ea typeface="Avenir"/>
              <a:cs typeface="Avenir"/>
              <a:sym typeface="Aveni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Plaza">
  <a:themeElements>
    <a:clrScheme name="Plaza">
      <a:dk1>
        <a:srgbClr val="000000"/>
      </a:dk1>
      <a:lt1>
        <a:srgbClr val="FFFFFF"/>
      </a:lt1>
      <a:dk2>
        <a:srgbClr val="333333"/>
      </a:dk2>
      <a:lt2>
        <a:srgbClr val="CCCCCC"/>
      </a:lt2>
      <a:accent1>
        <a:srgbClr val="990000"/>
      </a:accent1>
      <a:accent2>
        <a:srgbClr val="580101"/>
      </a:accent2>
      <a:accent3>
        <a:srgbClr val="E94A00"/>
      </a:accent3>
      <a:accent4>
        <a:srgbClr val="EB8F00"/>
      </a:accent4>
      <a:accent5>
        <a:srgbClr val="A4A4A4"/>
      </a:accent5>
      <a:accent6>
        <a:srgbClr val="666666"/>
      </a:accent6>
      <a:hlink>
        <a:srgbClr val="D01010"/>
      </a:hlink>
      <a:folHlink>
        <a:srgbClr val="E6682E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