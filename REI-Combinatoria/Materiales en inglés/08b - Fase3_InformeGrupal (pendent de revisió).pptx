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7099300" cy="10234613"/>
  <p:embeddedFontLst>
    <p:embeddedFont>
      <p:font typeface="Century Gothic" panose="020B0502020202020204" pitchFamily="3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0343"/>
    <a:srgbClr val="E3D8FD"/>
    <a:srgbClr val="440B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27033-0617-49A6-9DB4-3A0219AB59DB}" v="1" dt="2025-10-16T17:42:57.5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a Vásquez" userId="dffc548e-2323-4ffc-a8aa-757e426c1faa" providerId="ADAL" clId="{7C6D53C4-A734-4D7D-8378-8004A93D69CB}"/>
    <pc:docChg chg="undo custSel addSld delSld modSld">
      <pc:chgData name="Susana Vásquez" userId="dffc548e-2323-4ffc-a8aa-757e426c1faa" providerId="ADAL" clId="{7C6D53C4-A734-4D7D-8378-8004A93D69CB}" dt="2025-01-18T14:33:05.270" v="2206"/>
      <pc:docMkLst>
        <pc:docMk/>
      </pc:docMkLst>
      <pc:sldChg chg="modSp mod">
        <pc:chgData name="Susana Vásquez" userId="dffc548e-2323-4ffc-a8aa-757e426c1faa" providerId="ADAL" clId="{7C6D53C4-A734-4D7D-8378-8004A93D69CB}" dt="2025-01-18T08:04:41.913" v="829" actId="790"/>
        <pc:sldMkLst>
          <pc:docMk/>
          <pc:sldMk cId="0" sldId="256"/>
        </pc:sldMkLst>
      </pc:sldChg>
      <pc:sldChg chg="addSp delSp modSp mod">
        <pc:chgData name="Susana Vásquez" userId="dffc548e-2323-4ffc-a8aa-757e426c1faa" providerId="ADAL" clId="{7C6D53C4-A734-4D7D-8378-8004A93D69CB}" dt="2025-01-18T08:33:44.642" v="1583" actId="1076"/>
        <pc:sldMkLst>
          <pc:docMk/>
          <pc:sldMk cId="0" sldId="257"/>
        </pc:sldMkLst>
      </pc:sldChg>
      <pc:sldChg chg="addSp delSp modSp mod">
        <pc:chgData name="Susana Vásquez" userId="dffc548e-2323-4ffc-a8aa-757e426c1faa" providerId="ADAL" clId="{7C6D53C4-A734-4D7D-8378-8004A93D69CB}" dt="2025-01-18T14:33:05.270" v="2206"/>
        <pc:sldMkLst>
          <pc:docMk/>
          <pc:sldMk cId="0" sldId="258"/>
        </pc:sldMkLst>
      </pc:sldChg>
      <pc:sldChg chg="modSp del mod">
        <pc:chgData name="Susana Vásquez" userId="dffc548e-2323-4ffc-a8aa-757e426c1faa" providerId="ADAL" clId="{7C6D53C4-A734-4D7D-8378-8004A93D69CB}" dt="2025-01-18T08:06:41.261" v="993" actId="47"/>
        <pc:sldMkLst>
          <pc:docMk/>
          <pc:sldMk cId="0" sldId="259"/>
        </pc:sldMkLst>
      </pc:sldChg>
      <pc:sldChg chg="addSp delSp modSp add mod">
        <pc:chgData name="Susana Vásquez" userId="dffc548e-2323-4ffc-a8aa-757e426c1faa" providerId="ADAL" clId="{7C6D53C4-A734-4D7D-8378-8004A93D69CB}" dt="2025-01-18T14:25:36.721" v="2180" actId="20577"/>
        <pc:sldMkLst>
          <pc:docMk/>
          <pc:sldMk cId="1679887425" sldId="259"/>
        </pc:sldMkLst>
      </pc:sldChg>
      <pc:sldChg chg="modSp del mod">
        <pc:chgData name="Susana Vásquez" userId="dffc548e-2323-4ffc-a8aa-757e426c1faa" providerId="ADAL" clId="{7C6D53C4-A734-4D7D-8378-8004A93D69CB}" dt="2025-01-18T08:06:41.261" v="993" actId="47"/>
        <pc:sldMkLst>
          <pc:docMk/>
          <pc:sldMk cId="0" sldId="260"/>
        </pc:sldMkLst>
      </pc:sldChg>
      <pc:sldChg chg="addSp delSp modSp add mod">
        <pc:chgData name="Susana Vásquez" userId="dffc548e-2323-4ffc-a8aa-757e426c1faa" providerId="ADAL" clId="{7C6D53C4-A734-4D7D-8378-8004A93D69CB}" dt="2025-01-18T08:41:29.284" v="1730" actId="14100"/>
        <pc:sldMkLst>
          <pc:docMk/>
          <pc:sldMk cId="1139963010" sldId="260"/>
        </pc:sldMkLst>
      </pc:sldChg>
      <pc:sldChg chg="modSp del mod">
        <pc:chgData name="Susana Vásquez" userId="dffc548e-2323-4ffc-a8aa-757e426c1faa" providerId="ADAL" clId="{7C6D53C4-A734-4D7D-8378-8004A93D69CB}" dt="2025-01-18T08:06:41.261" v="993" actId="47"/>
        <pc:sldMkLst>
          <pc:docMk/>
          <pc:sldMk cId="0" sldId="261"/>
        </pc:sldMkLst>
      </pc:sldChg>
    </pc:docChg>
  </pc:docChgLst>
  <pc:docChgLst>
    <pc:chgData name="Susana Vasquez Elias" userId="e776416f-e583-4d77-b224-146689d50a03" providerId="ADAL" clId="{3C100498-C411-419B-B5E6-C2EF21CD595F}"/>
    <pc:docChg chg="custSel modSld">
      <pc:chgData name="Susana Vasquez Elias" userId="e776416f-e583-4d77-b224-146689d50a03" providerId="ADAL" clId="{3C100498-C411-419B-B5E6-C2EF21CD595F}" dt="2025-10-16T17:43:03.541" v="5" actId="14100"/>
      <pc:docMkLst>
        <pc:docMk/>
      </pc:docMkLst>
      <pc:sldChg chg="addSp delSp modSp mod">
        <pc:chgData name="Susana Vasquez Elias" userId="e776416f-e583-4d77-b224-146689d50a03" providerId="ADAL" clId="{3C100498-C411-419B-B5E6-C2EF21CD595F}" dt="2025-10-16T17:43:03.541" v="5" actId="14100"/>
        <pc:sldMkLst>
          <pc:docMk/>
          <pc:sldMk cId="0" sldId="256"/>
        </pc:sldMkLst>
        <pc:spChg chg="mod">
          <ac:chgData name="Susana Vasquez Elias" userId="e776416f-e583-4d77-b224-146689d50a03" providerId="ADAL" clId="{3C100498-C411-419B-B5E6-C2EF21CD595F}" dt="2025-10-16T17:42:55.237" v="1" actId="27636"/>
          <ac:spMkLst>
            <pc:docMk/>
            <pc:sldMk cId="0" sldId="256"/>
            <ac:spMk id="75" creationId="{00000000-0000-0000-0000-000000000000}"/>
          </ac:spMkLst>
        </pc:spChg>
        <pc:picChg chg="add mod">
          <ac:chgData name="Susana Vasquez Elias" userId="e776416f-e583-4d77-b224-146689d50a03" providerId="ADAL" clId="{3C100498-C411-419B-B5E6-C2EF21CD595F}" dt="2025-10-16T17:43:03.541" v="5" actId="14100"/>
          <ac:picMkLst>
            <pc:docMk/>
            <pc:sldMk cId="0" sldId="256"/>
            <ac:picMk id="2" creationId="{2ADF4236-C311-988C-1EAF-F33444BF8989}"/>
          </ac:picMkLst>
        </pc:picChg>
        <pc:picChg chg="add del mod">
          <ac:chgData name="Susana Vasquez Elias" userId="e776416f-e583-4d77-b224-146689d50a03" providerId="ADAL" clId="{3C100498-C411-419B-B5E6-C2EF21CD595F}" dt="2025-10-16T17:43:01.249" v="4" actId="478"/>
          <ac:picMkLst>
            <pc:docMk/>
            <pc:sldMk cId="0" sldId="256"/>
            <ac:picMk id="3" creationId="{914469BA-2007-C1B4-D3A8-88E055565FA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5" y="0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1:notes"/>
          <p:cNvSpPr txBox="1">
            <a:spLocks noGrp="1"/>
          </p:cNvSpPr>
          <p:nvPr>
            <p:ph type="body" idx="1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3" name="Google Shape;73;p1:notes"/>
          <p:cNvSpPr txBox="1">
            <a:spLocks noGrp="1"/>
          </p:cNvSpPr>
          <p:nvPr>
            <p:ph type="sldNum" idx="12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50" tIns="47375" rIns="94750" bIns="47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spcFirstLastPara="1" wrap="square" lIns="94750" tIns="47375" rIns="94750" bIns="47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spcFirstLastPara="1" wrap="square" lIns="94750" tIns="47375" rIns="94750" bIns="47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016C296D-3B14-AB0C-9037-A791AE8E6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>
            <a:extLst>
              <a:ext uri="{FF2B5EF4-FFF2-40B4-BE49-F238E27FC236}">
                <a16:creationId xmlns:a16="http://schemas.microsoft.com/office/drawing/2014/main" id="{E0843987-C414-8CC7-DCED-484615546E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spcFirstLastPara="1" wrap="square" lIns="94750" tIns="47375" rIns="94750" bIns="47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>
            <a:extLst>
              <a:ext uri="{FF2B5EF4-FFF2-40B4-BE49-F238E27FC236}">
                <a16:creationId xmlns:a16="http://schemas.microsoft.com/office/drawing/2014/main" id="{38E7B499-239D-D397-9C98-1D14FB4F8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8966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7F9E0CBD-0791-05F9-A09D-7A566B92B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>
            <a:extLst>
              <a:ext uri="{FF2B5EF4-FFF2-40B4-BE49-F238E27FC236}">
                <a16:creationId xmlns:a16="http://schemas.microsoft.com/office/drawing/2014/main" id="{C08A222F-1B3A-169E-FB0E-37A544DC62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spcFirstLastPara="1" wrap="square" lIns="94750" tIns="47375" rIns="94750" bIns="47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>
            <a:extLst>
              <a:ext uri="{FF2B5EF4-FFF2-40B4-BE49-F238E27FC236}">
                <a16:creationId xmlns:a16="http://schemas.microsoft.com/office/drawing/2014/main" id="{9F2EF6F9-FE9A-2B4E-1C58-D9EEF08D9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363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>
            <a:off x="1795269" y="268288"/>
            <a:ext cx="7061395" cy="909694"/>
          </a:xfrm>
          <a:prstGeom prst="rect">
            <a:avLst/>
          </a:prstGeom>
          <a:solidFill>
            <a:srgbClr val="7030A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1794838" y="1617740"/>
            <a:ext cx="7061395" cy="2783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000"/>
              <a:buFont typeface="Arial"/>
              <a:buNone/>
              <a:defRPr sz="30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1794838" y="4400950"/>
            <a:ext cx="7061397" cy="1955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sz="20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17" name="Google Shape;17;p2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387532" y="562359"/>
            <a:ext cx="588145" cy="58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2700000">
            <a:off x="942910" y="354419"/>
            <a:ext cx="415881" cy="415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/>
          <p:cNvPicPr preferRelativeResize="0"/>
          <p:nvPr/>
        </p:nvPicPr>
        <p:blipFill rotWithShape="1">
          <a:blip r:embed="rId4">
            <a:alphaModFix amt="20000"/>
          </a:blip>
          <a:srcRect/>
          <a:stretch/>
        </p:blipFill>
        <p:spPr>
          <a:xfrm rot="8047801">
            <a:off x="1189032" y="715026"/>
            <a:ext cx="568525" cy="503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 descr="Imatge que conté Font, Gràfics, logotip, blanc&#10;&#10;Descripció generada automàticament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41151" y="6539487"/>
            <a:ext cx="907100" cy="2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4">
            <a:alphaModFix amt="20000"/>
          </a:blip>
          <a:srcRect/>
          <a:stretch/>
        </p:blipFill>
        <p:spPr>
          <a:xfrm rot="8718243">
            <a:off x="7231658" y="6584561"/>
            <a:ext cx="218986" cy="194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/>
          <p:nvPr/>
        </p:nvSpPr>
        <p:spPr>
          <a:xfrm rot="10800000" flipH="1">
            <a:off x="474664" y="1027113"/>
            <a:ext cx="8383587" cy="61912"/>
          </a:xfrm>
          <a:prstGeom prst="rect">
            <a:avLst/>
          </a:prstGeom>
          <a:solidFill>
            <a:srgbClr val="7030A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marL="914400" lvl="1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marL="1371600" lvl="2" indent="-330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04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3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189283" y="366717"/>
            <a:ext cx="588145" cy="58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2700000">
            <a:off x="744661" y="158777"/>
            <a:ext cx="415881" cy="41588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3"/>
          <p:cNvSpPr txBox="1">
            <a:spLocks noGrp="1"/>
          </p:cNvSpPr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8" name="Google Shape;28;p3" descr="Imatge que conté Font, Gràfics, logotip, blanc&#10;&#10;Descripció generada automàticamen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41151" y="6539487"/>
            <a:ext cx="907100" cy="2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3"/>
          <p:cNvPicPr preferRelativeResize="0"/>
          <p:nvPr/>
        </p:nvPicPr>
        <p:blipFill rotWithShape="1">
          <a:blip r:embed="rId5">
            <a:alphaModFix amt="20000"/>
          </a:blip>
          <a:srcRect/>
          <a:stretch/>
        </p:blipFill>
        <p:spPr>
          <a:xfrm rot="8718243">
            <a:off x="7231658" y="6584561"/>
            <a:ext cx="218986" cy="19403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" name="Google Shape;30;p3"/>
          <p:cNvCxnSpPr/>
          <p:nvPr/>
        </p:nvCxnSpPr>
        <p:spPr>
          <a:xfrm>
            <a:off x="457200" y="6463030"/>
            <a:ext cx="8305800" cy="1588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460394" y="1247036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marL="914400" lvl="1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marL="1371600" lvl="2" indent="-330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04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33" name="Google Shape;33;p4" descr="Imatge que conté Font, Gràfics, logotip, blanc&#10;&#10;Descripció generada automàticamen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51289" y="511669"/>
            <a:ext cx="1052957" cy="31916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474595" y="318728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" name="Google Shape;35;p4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-9079080">
            <a:off x="7716644" y="538584"/>
            <a:ext cx="230868" cy="20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4"/>
          <p:cNvPicPr preferRelativeResize="0"/>
          <p:nvPr/>
        </p:nvPicPr>
        <p:blipFill rotWithShape="1">
          <a:blip r:embed="rId4">
            <a:alphaModFix amt="20000"/>
          </a:blip>
          <a:srcRect/>
          <a:stretch/>
        </p:blipFill>
        <p:spPr>
          <a:xfrm rot="3366168">
            <a:off x="625062" y="4589345"/>
            <a:ext cx="2238710" cy="1102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4"/>
          <p:cNvPicPr preferRelativeResize="0"/>
          <p:nvPr/>
        </p:nvPicPr>
        <p:blipFill rotWithShape="1">
          <a:blip r:embed="rId5">
            <a:alphaModFix amt="20000"/>
          </a:blip>
          <a:srcRect/>
          <a:stretch/>
        </p:blipFill>
        <p:spPr>
          <a:xfrm>
            <a:off x="3290501" y="1020435"/>
            <a:ext cx="2986372" cy="2986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8718243">
            <a:off x="6657026" y="4592831"/>
            <a:ext cx="2312471" cy="2049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4"/>
          <p:cNvPicPr preferRelativeResize="0"/>
          <p:nvPr/>
        </p:nvPicPr>
        <p:blipFill rotWithShape="1">
          <a:blip r:embed="rId6">
            <a:alphaModFix amt="20000"/>
          </a:blip>
          <a:srcRect/>
          <a:stretch/>
        </p:blipFill>
        <p:spPr>
          <a:xfrm rot="2700000">
            <a:off x="7042460" y="1506115"/>
            <a:ext cx="1617659" cy="1617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"/>
          <p:cNvPicPr preferRelativeResize="0"/>
          <p:nvPr/>
        </p:nvPicPr>
        <p:blipFill rotWithShape="1">
          <a:blip r:embed="rId7">
            <a:alphaModFix amt="20000"/>
          </a:blip>
          <a:srcRect/>
          <a:stretch/>
        </p:blipFill>
        <p:spPr>
          <a:xfrm>
            <a:off x="3813489" y="4311578"/>
            <a:ext cx="2012976" cy="2227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4"/>
          <p:cNvPicPr preferRelativeResize="0"/>
          <p:nvPr/>
        </p:nvPicPr>
        <p:blipFill rotWithShape="1">
          <a:blip r:embed="rId8">
            <a:alphaModFix amt="20000"/>
          </a:blip>
          <a:srcRect/>
          <a:stretch/>
        </p:blipFill>
        <p:spPr>
          <a:xfrm rot="-1281876">
            <a:off x="-8279" y="1428163"/>
            <a:ext cx="2862791" cy="1431396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4"/>
          <p:cNvSpPr txBox="1">
            <a:spLocks noGrp="1"/>
          </p:cNvSpPr>
          <p:nvPr>
            <p:ph type="body" idx="2"/>
          </p:nvPr>
        </p:nvSpPr>
        <p:spPr>
          <a:xfrm>
            <a:off x="455625" y="3568848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marL="914400" lvl="1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marL="1371600" lvl="2" indent="-330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04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43" name="Google Shape;43;p4"/>
          <p:cNvCxnSpPr/>
          <p:nvPr/>
        </p:nvCxnSpPr>
        <p:spPr>
          <a:xfrm>
            <a:off x="474595" y="976406"/>
            <a:ext cx="8397857" cy="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and Content">
  <p:cSld name="4_Title and Conte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>
            <a:spLocks noGrp="1"/>
          </p:cNvSpPr>
          <p:nvPr>
            <p:ph type="body" idx="1"/>
          </p:nvPr>
        </p:nvSpPr>
        <p:spPr>
          <a:xfrm>
            <a:off x="460394" y="1247036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marL="914400" lvl="1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marL="1371600" lvl="2" indent="-330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04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46" name="Google Shape;46;p5" descr="Imatge que conté Font, Gràfics, logotip, blanc&#10;&#10;Descripció generada automàticamen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51289" y="511669"/>
            <a:ext cx="1052957" cy="319161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474595" y="318728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" name="Google Shape;48;p5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-9079080">
            <a:off x="7716644" y="538584"/>
            <a:ext cx="230868" cy="20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/>
          <p:cNvPicPr preferRelativeResize="0"/>
          <p:nvPr/>
        </p:nvPicPr>
        <p:blipFill rotWithShape="1">
          <a:blip r:embed="rId4">
            <a:alphaModFix amt="20000"/>
          </a:blip>
          <a:srcRect/>
          <a:stretch/>
        </p:blipFill>
        <p:spPr>
          <a:xfrm rot="8718243">
            <a:off x="5833867" y="2178551"/>
            <a:ext cx="3695700" cy="363177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body" idx="2"/>
          </p:nvPr>
        </p:nvSpPr>
        <p:spPr>
          <a:xfrm>
            <a:off x="460394" y="3679311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marL="914400" lvl="1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marL="1371600" lvl="2" indent="-330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04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1" name="Google Shape;51;p5"/>
          <p:cNvCxnSpPr/>
          <p:nvPr/>
        </p:nvCxnSpPr>
        <p:spPr>
          <a:xfrm>
            <a:off x="474595" y="976406"/>
            <a:ext cx="8397857" cy="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and Content">
  <p:cSld name="3_Title and Conte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6" descr="Imatge que conté Font, Gràfics, logotip, blanc&#10;&#10;Descripció generada automàticamen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51289" y="511669"/>
            <a:ext cx="1052957" cy="319161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6"/>
          <p:cNvSpPr txBox="1">
            <a:spLocks noGrp="1"/>
          </p:cNvSpPr>
          <p:nvPr>
            <p:ph type="title"/>
          </p:nvPr>
        </p:nvSpPr>
        <p:spPr>
          <a:xfrm>
            <a:off x="474595" y="318728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" name="Google Shape;55;p6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-9079080">
            <a:off x="7716644" y="538584"/>
            <a:ext cx="230868" cy="20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6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8718243">
            <a:off x="6695053" y="4581109"/>
            <a:ext cx="2312471" cy="2049024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6"/>
          <p:cNvSpPr txBox="1">
            <a:spLocks noGrp="1"/>
          </p:cNvSpPr>
          <p:nvPr>
            <p:ph type="body" idx="1"/>
          </p:nvPr>
        </p:nvSpPr>
        <p:spPr>
          <a:xfrm>
            <a:off x="4760847" y="1223429"/>
            <a:ext cx="4111605" cy="4996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655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3DB087"/>
              </a:buClr>
              <a:buSzPts val="1700"/>
              <a:buChar char="◼"/>
              <a:defRPr sz="1700"/>
            </a:lvl1pPr>
            <a:lvl2pPr marL="914400" lvl="1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2pPr>
            <a:lvl3pPr marL="1371600" lvl="2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o"/>
              <a:defRPr sz="14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8" name="Google Shape;58;p6"/>
          <p:cNvCxnSpPr/>
          <p:nvPr/>
        </p:nvCxnSpPr>
        <p:spPr>
          <a:xfrm>
            <a:off x="474595" y="976406"/>
            <a:ext cx="8397857" cy="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9" name="Google Shape;59;p6"/>
          <p:cNvPicPr preferRelativeResize="0"/>
          <p:nvPr/>
        </p:nvPicPr>
        <p:blipFill rotWithShape="1">
          <a:blip r:embed="rId4">
            <a:alphaModFix amt="20000"/>
          </a:blip>
          <a:srcRect/>
          <a:stretch/>
        </p:blipFill>
        <p:spPr>
          <a:xfrm rot="5400000">
            <a:off x="-469939" y="1858192"/>
            <a:ext cx="5582573" cy="3853698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6"/>
          <p:cNvSpPr txBox="1">
            <a:spLocks noGrp="1"/>
          </p:cNvSpPr>
          <p:nvPr>
            <p:ph type="body" idx="2"/>
          </p:nvPr>
        </p:nvSpPr>
        <p:spPr>
          <a:xfrm>
            <a:off x="460395" y="1207479"/>
            <a:ext cx="4111605" cy="4996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655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700"/>
              <a:buChar char="◼"/>
              <a:defRPr sz="1700"/>
            </a:lvl1pPr>
            <a:lvl2pPr marL="914400" lvl="1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2pPr>
            <a:lvl3pPr marL="1371600" lvl="2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o"/>
              <a:defRPr sz="1400"/>
            </a:lvl3pPr>
            <a:lvl4pPr marL="1828800" lvl="3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marL="2286000" lvl="4" indent="-3175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/>
          <p:nvPr/>
        </p:nvSpPr>
        <p:spPr>
          <a:xfrm rot="10800000" flipH="1">
            <a:off x="474664" y="1027113"/>
            <a:ext cx="8383587" cy="61912"/>
          </a:xfrm>
          <a:prstGeom prst="rect">
            <a:avLst/>
          </a:prstGeom>
          <a:solidFill>
            <a:srgbClr val="7030A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474595" y="1159921"/>
            <a:ext cx="8383431" cy="521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381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Century Gothic"/>
              <a:buAutoNum type="romanUcPeriod"/>
              <a:defRPr sz="2400"/>
            </a:lvl1pPr>
            <a:lvl2pPr marL="914400" lvl="1" indent="-355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entury Gothic"/>
              <a:buAutoNum type="romanUcPeriod"/>
              <a:defRPr sz="2000"/>
            </a:lvl2pPr>
            <a:lvl3pPr marL="1371600" lvl="2" indent="-3429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Century Gothic"/>
              <a:buAutoNum type="romanUcPeriod"/>
              <a:defRPr sz="1800"/>
            </a:lvl3pPr>
            <a:lvl4pPr marL="1828800" lvl="3" indent="-330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600"/>
              <a:buFont typeface="Century Gothic"/>
              <a:buAutoNum type="romanUcPeriod"/>
              <a:defRPr sz="1600"/>
            </a:lvl4pPr>
            <a:lvl5pPr marL="2286000" lvl="4" indent="-3175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Century Gothic"/>
              <a:buAutoNum type="romanUcPeriod"/>
              <a:defRPr sz="1400"/>
            </a:lvl5pPr>
            <a:lvl6pPr marL="2743200" lvl="5" indent="-342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189283" y="366717"/>
            <a:ext cx="588145" cy="58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7"/>
          <p:cNvPicPr preferRelativeResize="0"/>
          <p:nvPr/>
        </p:nvPicPr>
        <p:blipFill rotWithShape="1">
          <a:blip r:embed="rId3">
            <a:alphaModFix amt="20000"/>
          </a:blip>
          <a:srcRect/>
          <a:stretch/>
        </p:blipFill>
        <p:spPr>
          <a:xfrm rot="2700000">
            <a:off x="744661" y="158777"/>
            <a:ext cx="415881" cy="415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1" y="6504318"/>
            <a:ext cx="967551" cy="3082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7" descr="Imatge que conté Font, Gràfics, logotip, blanc&#10;&#10;Descripció generada automàticament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41151" y="6504318"/>
            <a:ext cx="907100" cy="27495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7"/>
          <p:cNvSpPr txBox="1">
            <a:spLocks noGrp="1"/>
          </p:cNvSpPr>
          <p:nvPr>
            <p:ph type="title"/>
          </p:nvPr>
        </p:nvSpPr>
        <p:spPr>
          <a:xfrm>
            <a:off x="1097119" y="366717"/>
            <a:ext cx="7388352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9" name="Google Shape;69;p7"/>
          <p:cNvPicPr preferRelativeResize="0"/>
          <p:nvPr/>
        </p:nvPicPr>
        <p:blipFill rotWithShape="1">
          <a:blip r:embed="rId6">
            <a:alphaModFix amt="20000"/>
          </a:blip>
          <a:srcRect/>
          <a:stretch/>
        </p:blipFill>
        <p:spPr>
          <a:xfrm rot="8718243">
            <a:off x="7231658" y="6549392"/>
            <a:ext cx="218986" cy="194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57200" y="914400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0" i="0" u="none" strike="noStrike" cap="none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57200" y="2209800"/>
            <a:ext cx="8305800" cy="4224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130000"/>
              </a:lnSpc>
              <a:spcBef>
                <a:spcPts val="1800"/>
              </a:spcBef>
              <a:spcAft>
                <a:spcPts val="0"/>
              </a:spcAft>
              <a:buClr>
                <a:srgbClr val="7030A0"/>
              </a:buClr>
              <a:buSzPts val="2000"/>
              <a:buFont typeface="Noto Sans Symbols"/>
              <a:buChar char="◼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rgbClr val="7030A0"/>
              </a:buClr>
              <a:buSzPts val="1600"/>
              <a:buFont typeface="Courier New"/>
              <a:buChar char="o"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rgbClr val="4D0000"/>
              </a:buClr>
              <a:buSzPts val="1400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rgbClr val="7030A0"/>
              </a:buClr>
              <a:buSzPts val="1200"/>
              <a:buFont typeface="Noto Sans Symbols"/>
              <a:buChar char="▪"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/>
          <p:nvPr/>
        </p:nvSpPr>
        <p:spPr>
          <a:xfrm>
            <a:off x="8061326" y="6531168"/>
            <a:ext cx="70167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"/>
          <p:cNvSpPr txBox="1">
            <a:spLocks noGrp="1"/>
          </p:cNvSpPr>
          <p:nvPr>
            <p:ph type="ctrTitle"/>
          </p:nvPr>
        </p:nvSpPr>
        <p:spPr>
          <a:xfrm>
            <a:off x="1276350" y="1287200"/>
            <a:ext cx="7579883" cy="1623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200"/>
              <a:buFont typeface="Arial"/>
              <a:buNone/>
            </a:pPr>
            <a:r>
              <a:rPr lang="es" sz="3100" noProof="0" dirty="0">
                <a:latin typeface="Avenir"/>
                <a:ea typeface="Avenir"/>
                <a:cs typeface="Avenir"/>
                <a:sym typeface="Avenir"/>
              </a:rPr>
              <a:t>¿Qué caracteriza a un modelo de candado? </a:t>
            </a:r>
            <a:br>
              <a:rPr lang="ca-ES" sz="3100" noProof="0" dirty="0">
                <a:latin typeface="Avenir"/>
                <a:ea typeface="Avenir"/>
                <a:cs typeface="Avenir"/>
                <a:sym typeface="Avenir"/>
              </a:rPr>
            </a:br>
            <a:r>
              <a:rPr lang="es" sz="3100" noProof="0" dirty="0">
                <a:latin typeface="Avenir"/>
                <a:ea typeface="Avenir"/>
                <a:cs typeface="Avenir"/>
                <a:sym typeface="Avenir"/>
              </a:rPr>
              <a:t>¿Qué modelos existen? ¿Cómo les denominamos?</a:t>
            </a:r>
            <a:endParaRPr lang="ca-ES" sz="2900" noProof="0" dirty="0"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76" name="Google Shape;76;p8"/>
          <p:cNvPicPr preferRelativeResize="0"/>
          <p:nvPr/>
        </p:nvPicPr>
        <p:blipFill rotWithShape="1">
          <a:blip r:embed="rId3">
            <a:alphaModFix/>
          </a:blip>
          <a:srcRect b="82560"/>
          <a:stretch/>
        </p:blipFill>
        <p:spPr>
          <a:xfrm>
            <a:off x="371475" y="5045998"/>
            <a:ext cx="2628901" cy="1629519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8"/>
          <p:cNvSpPr txBox="1"/>
          <p:nvPr/>
        </p:nvSpPr>
        <p:spPr>
          <a:xfrm>
            <a:off x="3371850" y="2911051"/>
            <a:ext cx="5484383" cy="2949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s" sz="2400" b="1" i="0" u="none" strike="noStrike" cap="none" noProof="0" dirty="0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Miembros del grupo de trabajo:</a:t>
            </a:r>
            <a:endParaRPr lang="ca-ES" noProof="0" dirty="0">
              <a:latin typeface="Avenir"/>
              <a:ea typeface="Avenir"/>
              <a:cs typeface="Avenir"/>
              <a:sym typeface="Avenir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>
              <a:rPr lang="es" sz="2400" i="0" u="none" strike="noStrike" cap="none" noProof="0" dirty="0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lang="ca-ES" noProof="0" dirty="0">
              <a:latin typeface="Avenir"/>
              <a:ea typeface="Avenir"/>
              <a:cs typeface="Avenir"/>
              <a:sym typeface="Avenir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>
              <a:rPr lang="es" sz="2400" i="0" u="none" strike="noStrike" cap="none" noProof="0" dirty="0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lang="ca-ES" noProof="0" dirty="0">
              <a:latin typeface="Avenir"/>
              <a:ea typeface="Avenir"/>
              <a:cs typeface="Avenir"/>
              <a:sym typeface="Avenir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>
              <a:rPr lang="es" sz="2400" i="0" u="none" strike="noStrike" cap="none" noProof="0" dirty="0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lang="ca-ES" noProof="0" dirty="0">
              <a:latin typeface="Avenir"/>
              <a:ea typeface="Avenir"/>
              <a:cs typeface="Avenir"/>
              <a:sym typeface="Avenir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>
              <a:rPr lang="es" sz="2400" i="0" u="none" strike="noStrike" cap="none" noProof="0" dirty="0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lang="ca-ES" noProof="0" dirty="0"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2" name="Picture 1" descr="A grey square with white text&#10;&#10;AI-generated content may be incorrect.">
            <a:extLst>
              <a:ext uri="{FF2B5EF4-FFF2-40B4-BE49-F238E27FC236}">
                <a16:creationId xmlns:a16="http://schemas.microsoft.com/office/drawing/2014/main" id="{2ADF4236-C311-988C-1EAF-F33444BF898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171" b="16231"/>
          <a:stretch>
            <a:fillRect/>
          </a:stretch>
        </p:blipFill>
        <p:spPr bwMode="auto">
          <a:xfrm>
            <a:off x="5605429" y="5457825"/>
            <a:ext cx="3140427" cy="83560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9"/>
          <p:cNvSpPr txBox="1">
            <a:spLocks noGrp="1"/>
          </p:cNvSpPr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noProof="0" dirty="0">
                <a:latin typeface="Avenir"/>
                <a:ea typeface="Avenir"/>
                <a:cs typeface="Avenir"/>
                <a:sym typeface="Avenir"/>
              </a:rPr>
              <a:t>¿Qué caracteriza a un modelo de candado? ¿Qué modelos existen? ¿Cómo les denominamos?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B35C86F-270B-0E50-0425-47B7F2755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623574"/>
              </p:ext>
            </p:extLst>
          </p:nvPr>
        </p:nvGraphicFramePr>
        <p:xfrm>
          <a:off x="475485" y="2404872"/>
          <a:ext cx="8293609" cy="25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3">
                  <a:extLst>
                    <a:ext uri="{9D8B030D-6E8A-4147-A177-3AD203B41FA5}">
                      <a16:colId xmlns:a16="http://schemas.microsoft.com/office/drawing/2014/main" val="2118034456"/>
                    </a:ext>
                  </a:extLst>
                </a:gridCol>
                <a:gridCol w="5458966">
                  <a:extLst>
                    <a:ext uri="{9D8B030D-6E8A-4147-A177-3AD203B41FA5}">
                      <a16:colId xmlns:a16="http://schemas.microsoft.com/office/drawing/2014/main" val="9080627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" noProof="0" dirty="0">
                          <a:solidFill>
                            <a:srgbClr val="150343"/>
                          </a:solidFill>
                          <a:latin typeface="Avenir"/>
                        </a:rPr>
                        <a:t>Candados que integran el grupo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" b="0" noProof="0" dirty="0">
                          <a:latin typeface="Avenir"/>
                        </a:rPr>
                        <a:t>Indique los números o nombres de los candados que agrupe.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" noProof="0" dirty="0">
                          <a:solidFill>
                            <a:srgbClr val="150343"/>
                          </a:solidFill>
                          <a:latin typeface="Avenir"/>
                        </a:rPr>
                        <a:t>Cálculo del número de combinaciones de cada candado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" b="0" noProof="0" dirty="0">
                          <a:latin typeface="Avenir"/>
                        </a:rPr>
                        <a:t>Escriba el cálculo numérico, sin el resultado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875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550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76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46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76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80364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F89C356-D1CD-6E82-CCDF-CEEA09F28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677298"/>
              </p:ext>
            </p:extLst>
          </p:nvPr>
        </p:nvGraphicFramePr>
        <p:xfrm>
          <a:off x="475485" y="1387856"/>
          <a:ext cx="829361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805">
                  <a:extLst>
                    <a:ext uri="{9D8B030D-6E8A-4147-A177-3AD203B41FA5}">
                      <a16:colId xmlns:a16="http://schemas.microsoft.com/office/drawing/2014/main" val="1866129641"/>
                    </a:ext>
                  </a:extLst>
                </a:gridCol>
                <a:gridCol w="4146805">
                  <a:extLst>
                    <a:ext uri="{9D8B030D-6E8A-4147-A177-3AD203B41FA5}">
                      <a16:colId xmlns:a16="http://schemas.microsoft.com/office/drawing/2014/main" val="35727254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" noProof="0" dirty="0">
                          <a:solidFill>
                            <a:srgbClr val="150343"/>
                          </a:solidFill>
                          <a:latin typeface="Avenir"/>
                        </a:rPr>
                        <a:t>Nombre del grupo de candados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" b="0" noProof="0" dirty="0">
                          <a:latin typeface="Avenir"/>
                        </a:rPr>
                        <a:t>Proponga un nombre para identificar a este grupo que haga referencia a la estrategia de cálculo.</a:t>
                      </a:r>
                      <a:endParaRPr lang="ca-ES" b="0" noProof="0" dirty="0"/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noProof="0" dirty="0">
                        <a:solidFill>
                          <a:srgbClr val="150343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29299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36B3DF0-784E-5B60-D48D-E8A811ACA6AC}"/>
              </a:ext>
            </a:extLst>
          </p:cNvPr>
          <p:cNvSpPr txBox="1"/>
          <p:nvPr/>
        </p:nvSpPr>
        <p:spPr>
          <a:xfrm>
            <a:off x="3063240" y="5276088"/>
            <a:ext cx="3136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" noProof="0" dirty="0">
                <a:solidFill>
                  <a:srgbClr val="FF0000"/>
                </a:solidFill>
              </a:rPr>
              <a:t>Duplique esta diapositiva tantas veces como grupos considere.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 txBox="1">
            <a:spLocks noGrp="1"/>
          </p:cNvSpPr>
          <p:nvPr>
            <p:ph type="body" idx="1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s" b="1" noProof="0" dirty="0">
                <a:latin typeface="Avenir"/>
                <a:ea typeface="Avenir"/>
                <a:cs typeface="Avenir"/>
                <a:sym typeface="Avenir"/>
              </a:rPr>
              <a:t>Modelos de candados</a:t>
            </a:r>
            <a:endParaRPr lang="ca-ES" noProof="0" dirty="0">
              <a:latin typeface="Avenir"/>
              <a:ea typeface="Avenir"/>
              <a:cs typeface="Avenir"/>
              <a:sym typeface="Avenir"/>
            </a:endParaRPr>
          </a:p>
          <a:p>
            <a:pPr marL="228600" lvl="0" indent="-22860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>
              <a:rPr lang="es" noProof="0" dirty="0">
                <a:latin typeface="Avenir"/>
                <a:ea typeface="Avenir"/>
                <a:cs typeface="Avenir"/>
                <a:sym typeface="Avenir"/>
              </a:rPr>
              <a:t>Hemos distinguido ___ modelos de candados.</a:t>
            </a:r>
          </a:p>
          <a:p>
            <a:pPr marL="228600" lvl="0" indent="-22860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>
              <a:rPr lang="es" noProof="0" dirty="0">
                <a:latin typeface="Avenir"/>
                <a:ea typeface="Avenir"/>
                <a:cs typeface="Avenir"/>
                <a:sym typeface="Avenir"/>
              </a:rPr>
              <a:t>El modelo _______ incluye los candados que ____________. El número de códigos lo encontramos _______________.</a:t>
            </a:r>
          </a:p>
          <a:p>
            <a:pPr marL="228600" indent="-228600">
              <a:spcBef>
                <a:spcPts val="600"/>
              </a:spcBef>
              <a:buFont typeface="Avenir"/>
              <a:buChar char="◼"/>
            </a:pPr>
            <a:r>
              <a:rPr lang="es" noProof="0" dirty="0">
                <a:latin typeface="Avenir"/>
                <a:ea typeface="Avenir"/>
                <a:cs typeface="Avenir"/>
                <a:sym typeface="Avenir"/>
              </a:rPr>
              <a:t>El modelo _______ incluye los candados que ____________. El número de códigos lo encontramos _______________.</a:t>
            </a:r>
            <a:endParaRPr lang="ca-ES" noProof="0" dirty="0"/>
          </a:p>
          <a:p>
            <a:pPr marL="228600" indent="-228600">
              <a:spcBef>
                <a:spcPts val="600"/>
              </a:spcBef>
              <a:buFont typeface="Avenir"/>
              <a:buChar char="◼"/>
            </a:pPr>
            <a:r>
              <a:rPr lang="es" noProof="0" dirty="0">
                <a:latin typeface="Avenir"/>
                <a:ea typeface="Avenir"/>
                <a:cs typeface="Avenir"/>
                <a:sym typeface="Avenir"/>
              </a:rPr>
              <a:t>El modelo </a:t>
            </a:r>
            <a:r>
              <a:rPr lang="es" noProof="0">
                <a:latin typeface="Avenir"/>
                <a:ea typeface="Avenir"/>
                <a:cs typeface="Avenir"/>
                <a:sym typeface="Avenir"/>
              </a:rPr>
              <a:t>_______ incluye los candados que ____________. </a:t>
            </a:r>
            <a:r>
              <a:rPr lang="es" noProof="0" dirty="0">
                <a:latin typeface="Avenir"/>
                <a:ea typeface="Avenir"/>
                <a:cs typeface="Avenir"/>
                <a:sym typeface="Avenir"/>
              </a:rPr>
              <a:t>El número de códigos lo encontramos _______________.</a:t>
            </a:r>
          </a:p>
          <a:p>
            <a:pPr marL="228600" indent="-228600">
              <a:spcBef>
                <a:spcPts val="600"/>
              </a:spcBef>
              <a:buFont typeface="Avenir"/>
              <a:buChar char="◼"/>
            </a:pPr>
            <a:r>
              <a:rPr lang="es" dirty="0">
                <a:latin typeface="Avenir"/>
                <a:ea typeface="Avenir"/>
                <a:cs typeface="Avenir"/>
                <a:sym typeface="Avenir"/>
              </a:rPr>
              <a:t>Por tanto, si nos dan un candado cualquiera, para distinguir su tipo, debemos mirar:_______________</a:t>
            </a:r>
          </a:p>
        </p:txBody>
      </p:sp>
      <p:sp>
        <p:nvSpPr>
          <p:cNvPr id="5" name="Google Shape;83;p9">
            <a:extLst>
              <a:ext uri="{FF2B5EF4-FFF2-40B4-BE49-F238E27FC236}">
                <a16:creationId xmlns:a16="http://schemas.microsoft.com/office/drawing/2014/main" id="{2B49691F-9A32-BE60-D823-CD318123B1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noProof="0" dirty="0">
                <a:latin typeface="Avenir"/>
                <a:ea typeface="Avenir"/>
                <a:cs typeface="Avenir"/>
                <a:sym typeface="Avenir"/>
              </a:rPr>
              <a:t>¿Qué caracteriza a un modelo de candado? ¿Qué modelos existen? ¿Cómo les denominamos?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5F94E757-46BF-994A-EA97-9AA22459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>
            <a:extLst>
              <a:ext uri="{FF2B5EF4-FFF2-40B4-BE49-F238E27FC236}">
                <a16:creationId xmlns:a16="http://schemas.microsoft.com/office/drawing/2014/main" id="{67677395-927A-44FB-242D-F55D4A890F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s" b="1" noProof="0" dirty="0">
                <a:latin typeface="Avenir"/>
                <a:ea typeface="Avenir"/>
                <a:cs typeface="Avenir"/>
                <a:sym typeface="Avenir"/>
              </a:rPr>
              <a:t>Variables que definen los modelos de candados</a:t>
            </a:r>
            <a:endParaRPr lang="ca-ES" noProof="0" dirty="0"/>
          </a:p>
          <a:p>
            <a:pPr marL="342900" indent="-342900">
              <a:spcBef>
                <a:spcPts val="600"/>
              </a:spcBef>
            </a:pPr>
            <a:r>
              <a:rPr lang="es" noProof="0" dirty="0"/>
              <a:t>Identifique las </a:t>
            </a:r>
            <a:r>
              <a:rPr lang="es" b="1" noProof="0" dirty="0"/>
              <a:t>variables numéricas </a:t>
            </a:r>
            <a:r>
              <a:rPr lang="es" noProof="0" dirty="0"/>
              <a:t>que definen los candados e indique el valor numérico que toman en cada candado.</a:t>
            </a:r>
          </a:p>
        </p:txBody>
      </p:sp>
      <p:sp>
        <p:nvSpPr>
          <p:cNvPr id="4" name="Google Shape;83;p9">
            <a:extLst>
              <a:ext uri="{FF2B5EF4-FFF2-40B4-BE49-F238E27FC236}">
                <a16:creationId xmlns:a16="http://schemas.microsoft.com/office/drawing/2014/main" id="{E67EEDC2-BF1D-9F75-4C28-21A608E320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noProof="0" dirty="0">
                <a:latin typeface="Avenir"/>
                <a:ea typeface="Avenir"/>
                <a:cs typeface="Avenir"/>
                <a:sym typeface="Avenir"/>
              </a:rPr>
              <a:t>¿Qué caracteriza a un modelo de candado? ¿Qué modelos existen? ¿Cómo les denominamos?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F1B21DF-C0E5-6258-F521-27CC84722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740629"/>
              </p:ext>
            </p:extLst>
          </p:nvPr>
        </p:nvGraphicFramePr>
        <p:xfrm>
          <a:off x="380730" y="2673806"/>
          <a:ext cx="83825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116">
                  <a:extLst>
                    <a:ext uri="{9D8B030D-6E8A-4147-A177-3AD203B41FA5}">
                      <a16:colId xmlns:a16="http://schemas.microsoft.com/office/drawing/2014/main" val="2118034456"/>
                    </a:ext>
                  </a:extLst>
                </a:gridCol>
                <a:gridCol w="3302212">
                  <a:extLst>
                    <a:ext uri="{9D8B030D-6E8A-4147-A177-3AD203B41FA5}">
                      <a16:colId xmlns:a16="http://schemas.microsoft.com/office/drawing/2014/main" val="908062764"/>
                    </a:ext>
                  </a:extLst>
                </a:gridCol>
                <a:gridCol w="3302212">
                  <a:extLst>
                    <a:ext uri="{9D8B030D-6E8A-4147-A177-3AD203B41FA5}">
                      <a16:colId xmlns:a16="http://schemas.microsoft.com/office/drawing/2014/main" val="27406072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" b="1" noProof="0" dirty="0">
                          <a:solidFill>
                            <a:srgbClr val="150343"/>
                          </a:solidFill>
                          <a:latin typeface="Avenir"/>
                        </a:rPr>
                        <a:t>Candato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" b="1" noProof="0" dirty="0">
                          <a:solidFill>
                            <a:srgbClr val="150343"/>
                          </a:solidFill>
                          <a:latin typeface="Avenir"/>
                        </a:rPr>
                        <a:t>Valor de la variable “_____________”</a:t>
                      </a:r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" b="1" noProof="0" dirty="0">
                          <a:solidFill>
                            <a:srgbClr val="150343"/>
                          </a:solidFill>
                          <a:latin typeface="Avenir"/>
                        </a:rPr>
                        <a:t>Valor de la variable “____________”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875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550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76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46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391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756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758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828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6248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9887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1A65D79E-5D4E-F0C5-1D29-BE23BBFE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>
            <a:extLst>
              <a:ext uri="{FF2B5EF4-FFF2-40B4-BE49-F238E27FC236}">
                <a16:creationId xmlns:a16="http://schemas.microsoft.com/office/drawing/2014/main" id="{F17D3A54-A27A-14A5-271C-3ADBAE7AB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s" b="1" noProof="0" dirty="0">
                <a:latin typeface="Avenir"/>
                <a:ea typeface="Avenir"/>
                <a:cs typeface="Avenir"/>
                <a:sym typeface="Avenir"/>
              </a:rPr>
              <a:t>Fórmulas </a:t>
            </a:r>
            <a:r>
              <a:rPr lang="es" b="1" noProof="0" dirty="0" err="1">
                <a:latin typeface="Avenir"/>
                <a:ea typeface="Avenir"/>
                <a:cs typeface="Avenir"/>
                <a:sym typeface="Avenir"/>
              </a:rPr>
              <a:t>algebraicas</a:t>
            </a:r>
            <a:endParaRPr lang="ca-ES" noProof="0" dirty="0"/>
          </a:p>
        </p:txBody>
      </p:sp>
      <p:sp>
        <p:nvSpPr>
          <p:cNvPr id="4" name="Google Shape;83;p9">
            <a:extLst>
              <a:ext uri="{FF2B5EF4-FFF2-40B4-BE49-F238E27FC236}">
                <a16:creationId xmlns:a16="http://schemas.microsoft.com/office/drawing/2014/main" id="{709AA1A1-99CA-CF15-6FE6-B3339CD840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noProof="0" dirty="0">
                <a:latin typeface="Avenir"/>
                <a:ea typeface="Avenir"/>
                <a:cs typeface="Avenir"/>
                <a:sym typeface="Avenir"/>
              </a:rPr>
              <a:t>¿Qué caracteriza a un modelo de candado? ¿Qué modelos existen? ¿Cómo les denominamos?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EFAECC8-31B7-A2E0-E375-E6571D2BF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290282"/>
              </p:ext>
            </p:extLst>
          </p:nvPr>
        </p:nvGraphicFramePr>
        <p:xfrm>
          <a:off x="380730" y="2052014"/>
          <a:ext cx="8382540" cy="184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116">
                  <a:extLst>
                    <a:ext uri="{9D8B030D-6E8A-4147-A177-3AD203B41FA5}">
                      <a16:colId xmlns:a16="http://schemas.microsoft.com/office/drawing/2014/main" val="2118034456"/>
                    </a:ext>
                  </a:extLst>
                </a:gridCol>
                <a:gridCol w="3302212">
                  <a:extLst>
                    <a:ext uri="{9D8B030D-6E8A-4147-A177-3AD203B41FA5}">
                      <a16:colId xmlns:a16="http://schemas.microsoft.com/office/drawing/2014/main" val="908062764"/>
                    </a:ext>
                  </a:extLst>
                </a:gridCol>
                <a:gridCol w="3302212">
                  <a:extLst>
                    <a:ext uri="{9D8B030D-6E8A-4147-A177-3AD203B41FA5}">
                      <a16:colId xmlns:a16="http://schemas.microsoft.com/office/drawing/2014/main" val="27406072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Nombre del grupo de candados (o </a:t>
                      </a:r>
                      <a:r>
                        <a:rPr lang="es" b="1" noProof="0" dirty="0">
                          <a:solidFill>
                            <a:srgbClr val="150343"/>
                          </a:solidFill>
                          <a:latin typeface="Avenir"/>
                        </a:rPr>
                        <a:t>modelo </a:t>
                      </a:r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)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" b="1" noProof="0" dirty="0">
                          <a:solidFill>
                            <a:srgbClr val="150343"/>
                          </a:solidFill>
                          <a:latin typeface="Avenir"/>
                        </a:rPr>
                        <a:t>Descripción </a:t>
                      </a:r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de cómo se calcula, en el caso general, el número de códigos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Propuesta de </a:t>
                      </a:r>
                      <a:r>
                        <a:rPr lang="es" b="1" noProof="0" dirty="0">
                          <a:solidFill>
                            <a:srgbClr val="150343"/>
                          </a:solidFill>
                          <a:latin typeface="Avenir"/>
                        </a:rPr>
                        <a:t>fórmula </a:t>
                      </a:r>
                      <a:r>
                        <a:rPr lang="es" b="0" noProof="0" dirty="0">
                          <a:solidFill>
                            <a:srgbClr val="150343"/>
                          </a:solidFill>
                          <a:latin typeface="Avenir"/>
                        </a:rPr>
                        <a:t>simbólica o algebraica para calcular el número total de códigos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875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550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76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b="0" noProof="0" dirty="0">
                        <a:solidFill>
                          <a:srgbClr val="150343"/>
                        </a:solidFill>
                        <a:latin typeface="Avenir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463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B19A486-E06E-5A8D-B341-F5E17EF041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049010"/>
              </p:ext>
            </p:extLst>
          </p:nvPr>
        </p:nvGraphicFramePr>
        <p:xfrm>
          <a:off x="4852416" y="1167620"/>
          <a:ext cx="3910854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427">
                  <a:extLst>
                    <a:ext uri="{9D8B030D-6E8A-4147-A177-3AD203B41FA5}">
                      <a16:colId xmlns:a16="http://schemas.microsoft.com/office/drawing/2014/main" val="1866129641"/>
                    </a:ext>
                  </a:extLst>
                </a:gridCol>
                <a:gridCol w="1955427">
                  <a:extLst>
                    <a:ext uri="{9D8B030D-6E8A-4147-A177-3AD203B41FA5}">
                      <a16:colId xmlns:a16="http://schemas.microsoft.com/office/drawing/2014/main" val="35727254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" noProof="0" dirty="0">
                          <a:solidFill>
                            <a:srgbClr val="150343"/>
                          </a:solidFill>
                          <a:latin typeface="Avenir"/>
                        </a:rPr>
                        <a:t>Variables consideradas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" b="0" noProof="0" dirty="0">
                          <a:latin typeface="Avenir"/>
                        </a:rPr>
                        <a:t>Defina las letras y qué representan</a:t>
                      </a:r>
                      <a:endParaRPr lang="ca-ES" b="0" noProof="0" dirty="0"/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FD"/>
                    </a:solidFill>
                  </a:tcPr>
                </a:tc>
                <a:tc>
                  <a:txBody>
                    <a:bodyPr/>
                    <a:lstStyle/>
                    <a:p>
                      <a:endParaRPr lang="ca-ES" noProof="0" dirty="0">
                        <a:solidFill>
                          <a:srgbClr val="150343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8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292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963010"/>
      </p:ext>
    </p:extLst>
  </p:cSld>
  <p:clrMapOvr>
    <a:masterClrMapping/>
  </p:clrMapOvr>
</p:sld>
</file>

<file path=ppt/theme/theme1.xml><?xml version="1.0" encoding="utf-8"?>
<a:theme xmlns:a="http://schemas.openxmlformats.org/drawingml/2006/main" name="Plaza">
  <a:themeElements>
    <a:clrScheme name="Plaza">
      <a:dk1>
        <a:srgbClr val="000000"/>
      </a:dk1>
      <a:lt1>
        <a:srgbClr val="FFFFFF"/>
      </a:lt1>
      <a:dk2>
        <a:srgbClr val="333333"/>
      </a:dk2>
      <a:lt2>
        <a:srgbClr val="CCCCCC"/>
      </a:lt2>
      <a:accent1>
        <a:srgbClr val="990000"/>
      </a:accent1>
      <a:accent2>
        <a:srgbClr val="580101"/>
      </a:accent2>
      <a:accent3>
        <a:srgbClr val="E94A00"/>
      </a:accent3>
      <a:accent4>
        <a:srgbClr val="EB8F00"/>
      </a:accent4>
      <a:accent5>
        <a:srgbClr val="A4A4A4"/>
      </a:accent5>
      <a:accent6>
        <a:srgbClr val="666666"/>
      </a:accent6>
      <a:hlink>
        <a:srgbClr val="D01010"/>
      </a:hlink>
      <a:folHlink>
        <a:srgbClr val="E6682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</Words>
  <Application>Microsoft Office PowerPoint</Application>
  <PresentationFormat>On-screen Show (4:3)</PresentationFormat>
  <Paragraphs>37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Avenir</vt:lpstr>
      <vt:lpstr>Noto Sans Symbols</vt:lpstr>
      <vt:lpstr>Century Gothic</vt:lpstr>
      <vt:lpstr>Arial</vt:lpstr>
      <vt:lpstr>Plaza</vt:lpstr>
      <vt:lpstr>¿Qué caracteriza a un modelo de candado?  ¿Qué modelos existen? ¿Cómo les denominamos?</vt:lpstr>
      <vt:lpstr>¿Qué caracteriza a un modelo de candado? ¿Qué modelos existen? ¿Cómo les denominamos?</vt:lpstr>
      <vt:lpstr>¿Qué caracteriza a un modelo de candado? ¿Qué modelos existen? ¿Cómo les denominamos?</vt:lpstr>
      <vt:lpstr>¿Qué caracteriza a un modelo de candado? ¿Qué modelos existen? ¿Cómo les denominamos?</vt:lpstr>
      <vt:lpstr>¿Qué caracteriza a un modelo de candado? ¿Qué modelos existen? ¿Cómo les denominamos?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Susana Vasquez Elias</cp:lastModifiedBy>
  <cp:revision>1</cp:revision>
  <dcterms:modified xsi:type="dcterms:W3CDTF">2025-10-16T17:43:05Z</dcterms:modified>
</cp:coreProperties>
</file>